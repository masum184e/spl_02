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6.xml"/><Relationship Id="rId22" Type="http://schemas.openxmlformats.org/officeDocument/2006/relationships/font" Target="fonts/DMSans-boldItalic.fntdata"/><Relationship Id="rId10" Type="http://schemas.openxmlformats.org/officeDocument/2006/relationships/slide" Target="slides/slide5.xml"/><Relationship Id="rId21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d24caa8ee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2d24caa8eeb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d25905c91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2d25905c91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d25905c91e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2d25905c91e_0_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d25905c91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2d25905c91e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d25905c91e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g2d25905c91e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7.png"/><Relationship Id="rId13" Type="http://schemas.openxmlformats.org/officeDocument/2006/relationships/image" Target="../media/image21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 rot="-2700000">
            <a:off x="11386843" y="7201845"/>
            <a:ext cx="7415398" cy="3565095"/>
            <a:chOff x="0" y="0"/>
            <a:chExt cx="660400" cy="317500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7" name="Google Shape;87;p13"/>
          <p:cNvCxnSpPr/>
          <p:nvPr/>
        </p:nvCxnSpPr>
        <p:spPr>
          <a:xfrm flipH="1" rot="10800000">
            <a:off x="14131544" y="7969488"/>
            <a:ext cx="5132702" cy="5185216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13"/>
          <p:cNvCxnSpPr/>
          <p:nvPr/>
        </p:nvCxnSpPr>
        <p:spPr>
          <a:xfrm flipH="1" rot="10800000">
            <a:off x="14444220" y="8329798"/>
            <a:ext cx="5038853" cy="5038853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13"/>
          <p:cNvCxnSpPr/>
          <p:nvPr/>
        </p:nvCxnSpPr>
        <p:spPr>
          <a:xfrm flipH="1" rot="10800000">
            <a:off x="14802690" y="8681112"/>
            <a:ext cx="4867141" cy="4867141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3"/>
          <p:cNvSpPr txBox="1"/>
          <p:nvPr/>
        </p:nvSpPr>
        <p:spPr>
          <a:xfrm>
            <a:off x="3486377" y="3749675"/>
            <a:ext cx="11315100" cy="1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227C9D"/>
                </a:solidFill>
                <a:latin typeface="Comic Sans MS"/>
                <a:ea typeface="Comic Sans MS"/>
                <a:cs typeface="Comic Sans MS"/>
                <a:sym typeface="Comic Sans MS"/>
              </a:rPr>
              <a:t>ODYSSEY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275278" y="5417065"/>
            <a:ext cx="7904896" cy="52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00" u="none" cap="none" strike="noStrike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Rent a Car, Embark on Your Journey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 rot="10800000">
            <a:off x="9525" y="6358355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>
            <a:off x="1083809" y="638693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/>
          <p:nvPr/>
        </p:nvSpPr>
        <p:spPr>
          <a:xfrm>
            <a:off x="0" y="747073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3"/>
          <p:cNvSpPr/>
          <p:nvPr/>
        </p:nvSpPr>
        <p:spPr>
          <a:xfrm rot="10800000">
            <a:off x="0" y="8554548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3"/>
          <p:cNvSpPr/>
          <p:nvPr/>
        </p:nvSpPr>
        <p:spPr>
          <a:xfrm rot="-5400000">
            <a:off x="1083809" y="8554548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3"/>
          <p:cNvSpPr/>
          <p:nvPr/>
        </p:nvSpPr>
        <p:spPr>
          <a:xfrm rot="10800000">
            <a:off x="1083809" y="9623721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3"/>
          <p:cNvSpPr/>
          <p:nvPr/>
        </p:nvSpPr>
        <p:spPr>
          <a:xfrm rot="10800000">
            <a:off x="3321750" y="8583123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3"/>
          <p:cNvSpPr/>
          <p:nvPr/>
        </p:nvSpPr>
        <p:spPr>
          <a:xfrm>
            <a:off x="3321750" y="7499314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3"/>
          <p:cNvSpPr/>
          <p:nvPr/>
        </p:nvSpPr>
        <p:spPr>
          <a:xfrm rot="5400000">
            <a:off x="4405559" y="8583123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/>
          <p:nvPr/>
        </p:nvSpPr>
        <p:spPr>
          <a:xfrm>
            <a:off x="2237941" y="9666932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3"/>
          <p:cNvSpPr/>
          <p:nvPr/>
        </p:nvSpPr>
        <p:spPr>
          <a:xfrm>
            <a:off x="3321750" y="9666932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3"/>
          <p:cNvSpPr/>
          <p:nvPr/>
        </p:nvSpPr>
        <p:spPr>
          <a:xfrm rot="5400000">
            <a:off x="0" y="9638357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13"/>
          <p:cNvSpPr/>
          <p:nvPr/>
        </p:nvSpPr>
        <p:spPr>
          <a:xfrm rot="-5400000">
            <a:off x="15470622" y="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3"/>
          <p:cNvSpPr/>
          <p:nvPr/>
        </p:nvSpPr>
        <p:spPr>
          <a:xfrm rot="-5400000">
            <a:off x="16554431" y="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3"/>
          <p:cNvSpPr/>
          <p:nvPr/>
        </p:nvSpPr>
        <p:spPr>
          <a:xfrm rot="10800000">
            <a:off x="17638239" y="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3"/>
          <p:cNvSpPr/>
          <p:nvPr/>
        </p:nvSpPr>
        <p:spPr>
          <a:xfrm rot="-5400000">
            <a:off x="14386813" y="10838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13"/>
          <p:cNvSpPr/>
          <p:nvPr/>
        </p:nvSpPr>
        <p:spPr>
          <a:xfrm rot="-5400000">
            <a:off x="15470622" y="10838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3"/>
          <p:cNvSpPr/>
          <p:nvPr/>
        </p:nvSpPr>
        <p:spPr>
          <a:xfrm>
            <a:off x="16554431" y="2167618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3"/>
          <p:cNvSpPr/>
          <p:nvPr/>
        </p:nvSpPr>
        <p:spPr>
          <a:xfrm rot="5400000">
            <a:off x="17638239" y="10838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3"/>
          <p:cNvSpPr/>
          <p:nvPr/>
        </p:nvSpPr>
        <p:spPr>
          <a:xfrm rot="-5400000">
            <a:off x="17638239" y="2167618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3"/>
          <p:cNvSpPr/>
          <p:nvPr/>
        </p:nvSpPr>
        <p:spPr>
          <a:xfrm rot="10800000">
            <a:off x="15470622" y="4433486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3"/>
          <p:cNvSpPr/>
          <p:nvPr/>
        </p:nvSpPr>
        <p:spPr>
          <a:xfrm rot="-5400000">
            <a:off x="16554431" y="4433486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13"/>
          <p:cNvGrpSpPr/>
          <p:nvPr/>
        </p:nvGrpSpPr>
        <p:grpSpPr>
          <a:xfrm rot="2700000">
            <a:off x="-1290219" y="-3081950"/>
            <a:ext cx="7415398" cy="3565095"/>
            <a:chOff x="0" y="0"/>
            <a:chExt cx="660400" cy="317500"/>
          </a:xfrm>
        </p:grpSpPr>
        <p:sp>
          <p:nvSpPr>
            <p:cNvPr id="115" name="Google Shape;115;p13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3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7" name="Google Shape;117;p13"/>
          <p:cNvCxnSpPr/>
          <p:nvPr/>
        </p:nvCxnSpPr>
        <p:spPr>
          <a:xfrm>
            <a:off x="-1839005" y="-2273771"/>
            <a:ext cx="5185216" cy="5132702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13"/>
          <p:cNvCxnSpPr/>
          <p:nvPr/>
        </p:nvCxnSpPr>
        <p:spPr>
          <a:xfrm>
            <a:off x="-2052951" y="-1961095"/>
            <a:ext cx="5038853" cy="5038853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-2232553" y="-1602625"/>
            <a:ext cx="4867141" cy="4867141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13"/>
          <p:cNvCxnSpPr/>
          <p:nvPr/>
        </p:nvCxnSpPr>
        <p:spPr>
          <a:xfrm>
            <a:off x="-2359208" y="-1216357"/>
            <a:ext cx="4690515" cy="4690515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13"/>
          <p:cNvCxnSpPr/>
          <p:nvPr/>
        </p:nvCxnSpPr>
        <p:spPr>
          <a:xfrm>
            <a:off x="-2503062" y="-776680"/>
            <a:ext cx="4347674" cy="4347674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13"/>
          <p:cNvCxnSpPr/>
          <p:nvPr/>
        </p:nvCxnSpPr>
        <p:spPr>
          <a:xfrm>
            <a:off x="-2623881" y="-332957"/>
            <a:ext cx="3963599" cy="3985594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13"/>
          <p:cNvCxnSpPr/>
          <p:nvPr/>
        </p:nvCxnSpPr>
        <p:spPr>
          <a:xfrm>
            <a:off x="-2598114" y="228677"/>
            <a:ext cx="3377485" cy="3360058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13"/>
          <p:cNvCxnSpPr/>
          <p:nvPr/>
        </p:nvCxnSpPr>
        <p:spPr>
          <a:xfrm>
            <a:off x="-2509797" y="905760"/>
            <a:ext cx="2628598" cy="2671969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4"/>
          <p:cNvGrpSpPr/>
          <p:nvPr/>
        </p:nvGrpSpPr>
        <p:grpSpPr>
          <a:xfrm>
            <a:off x="2330070" y="5722060"/>
            <a:ext cx="6591620" cy="3230782"/>
            <a:chOff x="0" y="-38100"/>
            <a:chExt cx="1736053" cy="850900"/>
          </a:xfrm>
        </p:grpSpPr>
        <p:sp>
          <p:nvSpPr>
            <p:cNvPr id="130" name="Google Shape;130;p14"/>
            <p:cNvSpPr/>
            <p:nvPr/>
          </p:nvSpPr>
          <p:spPr>
            <a:xfrm>
              <a:off x="0" y="0"/>
              <a:ext cx="1736053" cy="812800"/>
            </a:xfrm>
            <a:custGeom>
              <a:rect b="b" l="l" r="r" t="t"/>
              <a:pathLst>
                <a:path extrusionOk="0" h="812800" w="1736053">
                  <a:moveTo>
                    <a:pt x="58726" y="0"/>
                  </a:moveTo>
                  <a:lnTo>
                    <a:pt x="1677327" y="0"/>
                  </a:lnTo>
                  <a:cubicBezTo>
                    <a:pt x="1692902" y="0"/>
                    <a:pt x="1707840" y="6187"/>
                    <a:pt x="1718853" y="17200"/>
                  </a:cubicBezTo>
                  <a:cubicBezTo>
                    <a:pt x="1729866" y="28214"/>
                    <a:pt x="1736053" y="43151"/>
                    <a:pt x="1736053" y="58726"/>
                  </a:cubicBezTo>
                  <a:lnTo>
                    <a:pt x="1736053" y="754074"/>
                  </a:lnTo>
                  <a:cubicBezTo>
                    <a:pt x="1736053" y="786508"/>
                    <a:pt x="1709761" y="812800"/>
                    <a:pt x="1677327" y="812800"/>
                  </a:cubicBezTo>
                  <a:lnTo>
                    <a:pt x="58726" y="812800"/>
                  </a:lnTo>
                  <a:cubicBezTo>
                    <a:pt x="43151" y="812800"/>
                    <a:pt x="28214" y="806613"/>
                    <a:pt x="17200" y="795600"/>
                  </a:cubicBezTo>
                  <a:cubicBezTo>
                    <a:pt x="6187" y="784586"/>
                    <a:pt x="0" y="769649"/>
                    <a:pt x="0" y="754074"/>
                  </a:cubicBezTo>
                  <a:lnTo>
                    <a:pt x="0" y="58726"/>
                  </a:lnTo>
                  <a:cubicBezTo>
                    <a:pt x="0" y="43151"/>
                    <a:pt x="6187" y="28214"/>
                    <a:pt x="17200" y="17200"/>
                  </a:cubicBezTo>
                  <a:cubicBezTo>
                    <a:pt x="28214" y="6187"/>
                    <a:pt x="43151" y="0"/>
                    <a:pt x="58726" y="0"/>
                  </a:cubicBezTo>
                  <a:close/>
                </a:path>
              </a:pathLst>
            </a:custGeom>
            <a:solidFill>
              <a:srgbClr val="48CFA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4"/>
            <p:cNvSpPr txBox="1"/>
            <p:nvPr/>
          </p:nvSpPr>
          <p:spPr>
            <a:xfrm>
              <a:off x="0" y="-38100"/>
              <a:ext cx="173605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14"/>
          <p:cNvGrpSpPr/>
          <p:nvPr/>
        </p:nvGrpSpPr>
        <p:grpSpPr>
          <a:xfrm rot="-2700000">
            <a:off x="11386843" y="7201845"/>
            <a:ext cx="7415398" cy="3565095"/>
            <a:chOff x="0" y="0"/>
            <a:chExt cx="660400" cy="317500"/>
          </a:xfrm>
        </p:grpSpPr>
        <p:sp>
          <p:nvSpPr>
            <p:cNvPr id="133" name="Google Shape;133;p14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5" name="Google Shape;135;p14"/>
          <p:cNvCxnSpPr/>
          <p:nvPr/>
        </p:nvCxnSpPr>
        <p:spPr>
          <a:xfrm flipH="1" rot="10800000">
            <a:off x="14131544" y="7969488"/>
            <a:ext cx="5132702" cy="5185216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14"/>
          <p:cNvCxnSpPr/>
          <p:nvPr/>
        </p:nvCxnSpPr>
        <p:spPr>
          <a:xfrm flipH="1" rot="10800000">
            <a:off x="14444220" y="8329798"/>
            <a:ext cx="5038853" cy="5038853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14"/>
          <p:cNvCxnSpPr/>
          <p:nvPr/>
        </p:nvCxnSpPr>
        <p:spPr>
          <a:xfrm flipH="1" rot="10800000">
            <a:off x="14802690" y="8681112"/>
            <a:ext cx="4867141" cy="4867141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8" name="Google Shape;138;p14"/>
          <p:cNvGrpSpPr/>
          <p:nvPr/>
        </p:nvGrpSpPr>
        <p:grpSpPr>
          <a:xfrm>
            <a:off x="2329115" y="2117124"/>
            <a:ext cx="6591620" cy="3230782"/>
            <a:chOff x="0" y="-38100"/>
            <a:chExt cx="1736053" cy="850900"/>
          </a:xfrm>
        </p:grpSpPr>
        <p:sp>
          <p:nvSpPr>
            <p:cNvPr id="139" name="Google Shape;139;p14"/>
            <p:cNvSpPr/>
            <p:nvPr/>
          </p:nvSpPr>
          <p:spPr>
            <a:xfrm>
              <a:off x="0" y="0"/>
              <a:ext cx="1736053" cy="812800"/>
            </a:xfrm>
            <a:custGeom>
              <a:rect b="b" l="l" r="r" t="t"/>
              <a:pathLst>
                <a:path extrusionOk="0" h="812800" w="1736053">
                  <a:moveTo>
                    <a:pt x="58726" y="0"/>
                  </a:moveTo>
                  <a:lnTo>
                    <a:pt x="1677327" y="0"/>
                  </a:lnTo>
                  <a:cubicBezTo>
                    <a:pt x="1692902" y="0"/>
                    <a:pt x="1707840" y="6187"/>
                    <a:pt x="1718853" y="17200"/>
                  </a:cubicBezTo>
                  <a:cubicBezTo>
                    <a:pt x="1729866" y="28214"/>
                    <a:pt x="1736053" y="43151"/>
                    <a:pt x="1736053" y="58726"/>
                  </a:cubicBezTo>
                  <a:lnTo>
                    <a:pt x="1736053" y="754074"/>
                  </a:lnTo>
                  <a:cubicBezTo>
                    <a:pt x="1736053" y="786508"/>
                    <a:pt x="1709761" y="812800"/>
                    <a:pt x="1677327" y="812800"/>
                  </a:cubicBezTo>
                  <a:lnTo>
                    <a:pt x="58726" y="812800"/>
                  </a:lnTo>
                  <a:cubicBezTo>
                    <a:pt x="43151" y="812800"/>
                    <a:pt x="28214" y="806613"/>
                    <a:pt x="17200" y="795600"/>
                  </a:cubicBezTo>
                  <a:cubicBezTo>
                    <a:pt x="6187" y="784586"/>
                    <a:pt x="0" y="769649"/>
                    <a:pt x="0" y="754074"/>
                  </a:cubicBezTo>
                  <a:lnTo>
                    <a:pt x="0" y="58726"/>
                  </a:lnTo>
                  <a:cubicBezTo>
                    <a:pt x="0" y="43151"/>
                    <a:pt x="6187" y="28214"/>
                    <a:pt x="17200" y="17200"/>
                  </a:cubicBezTo>
                  <a:cubicBezTo>
                    <a:pt x="28214" y="6187"/>
                    <a:pt x="43151" y="0"/>
                    <a:pt x="58726" y="0"/>
                  </a:cubicBezTo>
                  <a:close/>
                </a:path>
              </a:pathLst>
            </a:custGeom>
            <a:solidFill>
              <a:srgbClr val="48CFA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4"/>
            <p:cNvSpPr txBox="1"/>
            <p:nvPr/>
          </p:nvSpPr>
          <p:spPr>
            <a:xfrm>
              <a:off x="0" y="-38100"/>
              <a:ext cx="173605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14"/>
          <p:cNvGrpSpPr/>
          <p:nvPr/>
        </p:nvGrpSpPr>
        <p:grpSpPr>
          <a:xfrm rot="2700000">
            <a:off x="-2137434" y="-3783523"/>
            <a:ext cx="7415398" cy="3565095"/>
            <a:chOff x="0" y="0"/>
            <a:chExt cx="660400" cy="317500"/>
          </a:xfrm>
        </p:grpSpPr>
        <p:sp>
          <p:nvSpPr>
            <p:cNvPr id="142" name="Google Shape;142;p14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4" name="Google Shape;144;p14"/>
          <p:cNvCxnSpPr/>
          <p:nvPr/>
        </p:nvCxnSpPr>
        <p:spPr>
          <a:xfrm>
            <a:off x="-2600048" y="-2963974"/>
            <a:ext cx="5185216" cy="5132702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14"/>
          <p:cNvCxnSpPr/>
          <p:nvPr/>
        </p:nvCxnSpPr>
        <p:spPr>
          <a:xfrm>
            <a:off x="-2813995" y="-2651297"/>
            <a:ext cx="5038853" cy="5038853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14"/>
          <p:cNvCxnSpPr/>
          <p:nvPr/>
        </p:nvCxnSpPr>
        <p:spPr>
          <a:xfrm>
            <a:off x="-2993596" y="-2292827"/>
            <a:ext cx="4867141" cy="4867141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14"/>
          <p:cNvCxnSpPr/>
          <p:nvPr/>
        </p:nvCxnSpPr>
        <p:spPr>
          <a:xfrm>
            <a:off x="-3120251" y="-1906560"/>
            <a:ext cx="4690515" cy="4690515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14"/>
          <p:cNvCxnSpPr/>
          <p:nvPr/>
        </p:nvCxnSpPr>
        <p:spPr>
          <a:xfrm>
            <a:off x="-3264105" y="-1466883"/>
            <a:ext cx="4347674" cy="4347674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14"/>
          <p:cNvCxnSpPr/>
          <p:nvPr/>
        </p:nvCxnSpPr>
        <p:spPr>
          <a:xfrm>
            <a:off x="-3384925" y="-1023159"/>
            <a:ext cx="3963599" cy="3985594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14"/>
          <p:cNvCxnSpPr/>
          <p:nvPr/>
        </p:nvCxnSpPr>
        <p:spPr>
          <a:xfrm>
            <a:off x="-3359157" y="-461526"/>
            <a:ext cx="3377485" cy="3360058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1" name="Google Shape;151;p14"/>
          <p:cNvGrpSpPr/>
          <p:nvPr/>
        </p:nvGrpSpPr>
        <p:grpSpPr>
          <a:xfrm>
            <a:off x="9498192" y="5785498"/>
            <a:ext cx="6591620" cy="3230782"/>
            <a:chOff x="0" y="-38100"/>
            <a:chExt cx="1736053" cy="850900"/>
          </a:xfrm>
        </p:grpSpPr>
        <p:sp>
          <p:nvSpPr>
            <p:cNvPr id="152" name="Google Shape;152;p14"/>
            <p:cNvSpPr/>
            <p:nvPr/>
          </p:nvSpPr>
          <p:spPr>
            <a:xfrm>
              <a:off x="0" y="0"/>
              <a:ext cx="1736053" cy="812800"/>
            </a:xfrm>
            <a:custGeom>
              <a:rect b="b" l="l" r="r" t="t"/>
              <a:pathLst>
                <a:path extrusionOk="0" h="812800" w="1736053">
                  <a:moveTo>
                    <a:pt x="58726" y="0"/>
                  </a:moveTo>
                  <a:lnTo>
                    <a:pt x="1677327" y="0"/>
                  </a:lnTo>
                  <a:cubicBezTo>
                    <a:pt x="1692902" y="0"/>
                    <a:pt x="1707840" y="6187"/>
                    <a:pt x="1718853" y="17200"/>
                  </a:cubicBezTo>
                  <a:cubicBezTo>
                    <a:pt x="1729866" y="28214"/>
                    <a:pt x="1736053" y="43151"/>
                    <a:pt x="1736053" y="58726"/>
                  </a:cubicBezTo>
                  <a:lnTo>
                    <a:pt x="1736053" y="754074"/>
                  </a:lnTo>
                  <a:cubicBezTo>
                    <a:pt x="1736053" y="786508"/>
                    <a:pt x="1709761" y="812800"/>
                    <a:pt x="1677327" y="812800"/>
                  </a:cubicBezTo>
                  <a:lnTo>
                    <a:pt x="58726" y="812800"/>
                  </a:lnTo>
                  <a:cubicBezTo>
                    <a:pt x="43151" y="812800"/>
                    <a:pt x="28214" y="806613"/>
                    <a:pt x="17200" y="795600"/>
                  </a:cubicBezTo>
                  <a:cubicBezTo>
                    <a:pt x="6187" y="784586"/>
                    <a:pt x="0" y="769649"/>
                    <a:pt x="0" y="754074"/>
                  </a:cubicBezTo>
                  <a:lnTo>
                    <a:pt x="0" y="58726"/>
                  </a:lnTo>
                  <a:cubicBezTo>
                    <a:pt x="0" y="43151"/>
                    <a:pt x="6187" y="28214"/>
                    <a:pt x="17200" y="17200"/>
                  </a:cubicBezTo>
                  <a:cubicBezTo>
                    <a:pt x="28214" y="6187"/>
                    <a:pt x="43151" y="0"/>
                    <a:pt x="58726" y="0"/>
                  </a:cubicBezTo>
                  <a:close/>
                </a:path>
              </a:pathLst>
            </a:custGeom>
            <a:solidFill>
              <a:srgbClr val="48CFA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4"/>
            <p:cNvSpPr txBox="1"/>
            <p:nvPr/>
          </p:nvSpPr>
          <p:spPr>
            <a:xfrm>
              <a:off x="0" y="-38100"/>
              <a:ext cx="173605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4"/>
          <p:cNvGrpSpPr/>
          <p:nvPr/>
        </p:nvGrpSpPr>
        <p:grpSpPr>
          <a:xfrm>
            <a:off x="9538742" y="2168788"/>
            <a:ext cx="6591620" cy="3230782"/>
            <a:chOff x="0" y="-38100"/>
            <a:chExt cx="1736053" cy="850900"/>
          </a:xfrm>
        </p:grpSpPr>
        <p:sp>
          <p:nvSpPr>
            <p:cNvPr id="155" name="Google Shape;155;p14"/>
            <p:cNvSpPr/>
            <p:nvPr/>
          </p:nvSpPr>
          <p:spPr>
            <a:xfrm>
              <a:off x="0" y="0"/>
              <a:ext cx="1736053" cy="812800"/>
            </a:xfrm>
            <a:custGeom>
              <a:rect b="b" l="l" r="r" t="t"/>
              <a:pathLst>
                <a:path extrusionOk="0" h="812800" w="1736053">
                  <a:moveTo>
                    <a:pt x="58726" y="0"/>
                  </a:moveTo>
                  <a:lnTo>
                    <a:pt x="1677327" y="0"/>
                  </a:lnTo>
                  <a:cubicBezTo>
                    <a:pt x="1692902" y="0"/>
                    <a:pt x="1707840" y="6187"/>
                    <a:pt x="1718853" y="17200"/>
                  </a:cubicBezTo>
                  <a:cubicBezTo>
                    <a:pt x="1729866" y="28214"/>
                    <a:pt x="1736053" y="43151"/>
                    <a:pt x="1736053" y="58726"/>
                  </a:cubicBezTo>
                  <a:lnTo>
                    <a:pt x="1736053" y="754074"/>
                  </a:lnTo>
                  <a:cubicBezTo>
                    <a:pt x="1736053" y="786508"/>
                    <a:pt x="1709761" y="812800"/>
                    <a:pt x="1677327" y="812800"/>
                  </a:cubicBezTo>
                  <a:lnTo>
                    <a:pt x="58726" y="812800"/>
                  </a:lnTo>
                  <a:cubicBezTo>
                    <a:pt x="43151" y="812800"/>
                    <a:pt x="28214" y="806613"/>
                    <a:pt x="17200" y="795600"/>
                  </a:cubicBezTo>
                  <a:cubicBezTo>
                    <a:pt x="6187" y="784586"/>
                    <a:pt x="0" y="769649"/>
                    <a:pt x="0" y="754074"/>
                  </a:cubicBezTo>
                  <a:lnTo>
                    <a:pt x="0" y="58726"/>
                  </a:lnTo>
                  <a:cubicBezTo>
                    <a:pt x="0" y="43151"/>
                    <a:pt x="6187" y="28214"/>
                    <a:pt x="17200" y="17200"/>
                  </a:cubicBezTo>
                  <a:cubicBezTo>
                    <a:pt x="28214" y="6187"/>
                    <a:pt x="43151" y="0"/>
                    <a:pt x="58726" y="0"/>
                  </a:cubicBezTo>
                  <a:close/>
                </a:path>
              </a:pathLst>
            </a:custGeom>
            <a:solidFill>
              <a:srgbClr val="48CFA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4"/>
            <p:cNvSpPr txBox="1"/>
            <p:nvPr/>
          </p:nvSpPr>
          <p:spPr>
            <a:xfrm>
              <a:off x="0" y="-38100"/>
              <a:ext cx="173605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14"/>
          <p:cNvSpPr txBox="1"/>
          <p:nvPr/>
        </p:nvSpPr>
        <p:spPr>
          <a:xfrm>
            <a:off x="5343984" y="1028700"/>
            <a:ext cx="7600032" cy="705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227C9D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10359069" y="6824940"/>
            <a:ext cx="50445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Md Imteaz Ahmed</a:t>
            </a:r>
            <a:endParaRPr sz="3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ID: </a:t>
            </a:r>
            <a:r>
              <a:rPr lang="en-US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ASH2125035M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3149319" y="6749265"/>
            <a:ext cx="50445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Md Masum Billah</a:t>
            </a:r>
            <a:endParaRPr sz="3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ID: ASH2125033M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10171019" y="3125602"/>
            <a:ext cx="50445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Md Najirul Islam</a:t>
            </a:r>
            <a:endParaRPr sz="3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ID: </a:t>
            </a:r>
            <a:r>
              <a:rPr lang="en-US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ASH2125023M</a:t>
            </a:r>
            <a:endParaRPr sz="3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3097944" y="3042677"/>
            <a:ext cx="50445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Nuzhat Nasrum</a:t>
            </a:r>
            <a:endParaRPr sz="3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ID: </a:t>
            </a:r>
            <a:r>
              <a:rPr lang="en-US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BFH2125016F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16280700" y="9051625"/>
            <a:ext cx="7281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1040700" y="9051625"/>
            <a:ext cx="22050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May 2024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15"/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id="169" name="Google Shape;169;p15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1" name="Google Shape;171;p15"/>
          <p:cNvCxnSpPr/>
          <p:nvPr/>
        </p:nvCxnSpPr>
        <p:spPr>
          <a:xfrm>
            <a:off x="13918610" y="8394229"/>
            <a:ext cx="5185216" cy="5132702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15"/>
          <p:cNvCxnSpPr/>
          <p:nvPr/>
        </p:nvCxnSpPr>
        <p:spPr>
          <a:xfrm>
            <a:off x="13704664" y="8706905"/>
            <a:ext cx="5038853" cy="5038853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15"/>
          <p:cNvCxnSpPr/>
          <p:nvPr/>
        </p:nvCxnSpPr>
        <p:spPr>
          <a:xfrm>
            <a:off x="13525062" y="9065375"/>
            <a:ext cx="4867141" cy="4867141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15"/>
          <p:cNvCxnSpPr/>
          <p:nvPr/>
        </p:nvCxnSpPr>
        <p:spPr>
          <a:xfrm>
            <a:off x="13398407" y="9451643"/>
            <a:ext cx="4690515" cy="4690515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15"/>
          <p:cNvCxnSpPr/>
          <p:nvPr/>
        </p:nvCxnSpPr>
        <p:spPr>
          <a:xfrm>
            <a:off x="13254553" y="9891320"/>
            <a:ext cx="4347674" cy="4347674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15"/>
          <p:cNvSpPr txBox="1"/>
          <p:nvPr/>
        </p:nvSpPr>
        <p:spPr>
          <a:xfrm>
            <a:off x="2710979" y="3003550"/>
            <a:ext cx="12866041" cy="1282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9">
                <a:solidFill>
                  <a:srgbClr val="227C9D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3784199" y="5102079"/>
            <a:ext cx="10719600" cy="22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3C3C3C"/>
                </a:solidFill>
                <a:latin typeface="DM Sans"/>
                <a:ea typeface="DM Sans"/>
                <a:cs typeface="DM Sans"/>
                <a:sym typeface="DM Sans"/>
              </a:rPr>
              <a:t>Odyssey provides a convenient platform for individuals and businesses to rent vehicles for short-term use. It typically offers a range of vehicle options to suit different needs and budgets.</a:t>
            </a:r>
            <a:endParaRPr sz="3300">
              <a:solidFill>
                <a:srgbClr val="3C3C3C"/>
              </a:solidFill>
            </a:endParaRPr>
          </a:p>
        </p:txBody>
      </p:sp>
      <p:grpSp>
        <p:nvGrpSpPr>
          <p:cNvPr id="178" name="Google Shape;178;p15"/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179" name="Google Shape;179;p15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5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1" name="Google Shape;181;p15"/>
          <p:cNvCxnSpPr/>
          <p:nvPr/>
        </p:nvCxnSpPr>
        <p:spPr>
          <a:xfrm>
            <a:off x="-1839005" y="-2273771"/>
            <a:ext cx="5185216" cy="5132702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15"/>
          <p:cNvCxnSpPr/>
          <p:nvPr/>
        </p:nvCxnSpPr>
        <p:spPr>
          <a:xfrm>
            <a:off x="-2052951" y="-1961095"/>
            <a:ext cx="5038853" cy="5038853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15"/>
          <p:cNvCxnSpPr/>
          <p:nvPr/>
        </p:nvCxnSpPr>
        <p:spPr>
          <a:xfrm>
            <a:off x="-2232553" y="-1602625"/>
            <a:ext cx="4867141" cy="4867141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15"/>
          <p:cNvCxnSpPr/>
          <p:nvPr/>
        </p:nvCxnSpPr>
        <p:spPr>
          <a:xfrm>
            <a:off x="-2359208" y="-1216357"/>
            <a:ext cx="4690515" cy="4690515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15"/>
          <p:cNvCxnSpPr/>
          <p:nvPr/>
        </p:nvCxnSpPr>
        <p:spPr>
          <a:xfrm>
            <a:off x="-2503062" y="-776680"/>
            <a:ext cx="4347674" cy="4347674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15"/>
          <p:cNvCxnSpPr/>
          <p:nvPr/>
        </p:nvCxnSpPr>
        <p:spPr>
          <a:xfrm>
            <a:off x="-2623881" y="-332957"/>
            <a:ext cx="3963599" cy="3985594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15"/>
          <p:cNvCxnSpPr/>
          <p:nvPr/>
        </p:nvCxnSpPr>
        <p:spPr>
          <a:xfrm>
            <a:off x="-2598114" y="228677"/>
            <a:ext cx="3377485" cy="3360058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15"/>
          <p:cNvCxnSpPr/>
          <p:nvPr/>
        </p:nvCxnSpPr>
        <p:spPr>
          <a:xfrm>
            <a:off x="-2509797" y="905760"/>
            <a:ext cx="2628598" cy="2671969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15"/>
          <p:cNvSpPr/>
          <p:nvPr/>
        </p:nvSpPr>
        <p:spPr>
          <a:xfrm>
            <a:off x="17204191" y="-551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5"/>
          <p:cNvSpPr/>
          <p:nvPr/>
        </p:nvSpPr>
        <p:spPr>
          <a:xfrm>
            <a:off x="17204191" y="10287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5"/>
          <p:cNvSpPr/>
          <p:nvPr/>
        </p:nvSpPr>
        <p:spPr>
          <a:xfrm rot="-5400000">
            <a:off x="17204191" y="21125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5"/>
          <p:cNvSpPr/>
          <p:nvPr/>
        </p:nvSpPr>
        <p:spPr>
          <a:xfrm>
            <a:off x="16120382" y="-551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5"/>
          <p:cNvSpPr/>
          <p:nvPr/>
        </p:nvSpPr>
        <p:spPr>
          <a:xfrm rot="5400000">
            <a:off x="15036573" y="10287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15"/>
          <p:cNvSpPr/>
          <p:nvPr/>
        </p:nvSpPr>
        <p:spPr>
          <a:xfrm rot="10800000">
            <a:off x="16120382" y="21125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15"/>
          <p:cNvSpPr/>
          <p:nvPr/>
        </p:nvSpPr>
        <p:spPr>
          <a:xfrm>
            <a:off x="15036573" y="21125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15"/>
          <p:cNvSpPr/>
          <p:nvPr/>
        </p:nvSpPr>
        <p:spPr>
          <a:xfrm rot="-5400000">
            <a:off x="12770705" y="-551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5"/>
          <p:cNvSpPr/>
          <p:nvPr/>
        </p:nvSpPr>
        <p:spPr>
          <a:xfrm>
            <a:off x="12770705" y="10287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5"/>
          <p:cNvSpPr/>
          <p:nvPr/>
        </p:nvSpPr>
        <p:spPr>
          <a:xfrm rot="10800000">
            <a:off x="9525" y="7044155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5"/>
          <p:cNvSpPr/>
          <p:nvPr/>
        </p:nvSpPr>
        <p:spPr>
          <a:xfrm>
            <a:off x="1083809" y="707273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5"/>
          <p:cNvSpPr/>
          <p:nvPr/>
        </p:nvSpPr>
        <p:spPr>
          <a:xfrm>
            <a:off x="0" y="815653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15"/>
          <p:cNvSpPr/>
          <p:nvPr/>
        </p:nvSpPr>
        <p:spPr>
          <a:xfrm rot="10800000">
            <a:off x="0" y="9240348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15"/>
          <p:cNvSpPr/>
          <p:nvPr/>
        </p:nvSpPr>
        <p:spPr>
          <a:xfrm rot="-5400000">
            <a:off x="1083809" y="9240348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15"/>
          <p:cNvSpPr/>
          <p:nvPr/>
        </p:nvSpPr>
        <p:spPr>
          <a:xfrm rot="10800000">
            <a:off x="3321750" y="9268923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15"/>
          <p:cNvSpPr/>
          <p:nvPr/>
        </p:nvSpPr>
        <p:spPr>
          <a:xfrm>
            <a:off x="3321750" y="8185114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15"/>
          <p:cNvSpPr/>
          <p:nvPr/>
        </p:nvSpPr>
        <p:spPr>
          <a:xfrm rot="5400000">
            <a:off x="4405559" y="9268923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5"/>
          <p:cNvSpPr txBox="1"/>
          <p:nvPr/>
        </p:nvSpPr>
        <p:spPr>
          <a:xfrm>
            <a:off x="16280700" y="9051625"/>
            <a:ext cx="7281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1040700" y="9051625"/>
            <a:ext cx="22050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May 2024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6"/>
          <p:cNvGrpSpPr/>
          <p:nvPr/>
        </p:nvGrpSpPr>
        <p:grpSpPr>
          <a:xfrm rot="2700000">
            <a:off x="-2693807" y="7510435"/>
            <a:ext cx="7415443" cy="3565117"/>
            <a:chOff x="0" y="0"/>
            <a:chExt cx="660400" cy="317500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16"/>
          <p:cNvGrpSpPr/>
          <p:nvPr/>
        </p:nvGrpSpPr>
        <p:grpSpPr>
          <a:xfrm rot="-2700000">
            <a:off x="14034654" y="-4091495"/>
            <a:ext cx="7415398" cy="3565095"/>
            <a:chOff x="0" y="0"/>
            <a:chExt cx="660400" cy="317500"/>
          </a:xfrm>
        </p:grpSpPr>
        <p:sp>
          <p:nvSpPr>
            <p:cNvPr id="216" name="Google Shape;216;p16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6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8" name="Google Shape;218;p16"/>
          <p:cNvCxnSpPr/>
          <p:nvPr/>
        </p:nvCxnSpPr>
        <p:spPr>
          <a:xfrm flipH="1" rot="10800000">
            <a:off x="16779354" y="-3323851"/>
            <a:ext cx="5132702" cy="5185216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16"/>
          <p:cNvCxnSpPr/>
          <p:nvPr/>
        </p:nvCxnSpPr>
        <p:spPr>
          <a:xfrm flipH="1" rot="10800000">
            <a:off x="17092031" y="-2963542"/>
            <a:ext cx="5038853" cy="5038853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16"/>
          <p:cNvCxnSpPr/>
          <p:nvPr/>
        </p:nvCxnSpPr>
        <p:spPr>
          <a:xfrm flipH="1" rot="10800000">
            <a:off x="17450501" y="-2612228"/>
            <a:ext cx="4867141" cy="4867141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16"/>
          <p:cNvCxnSpPr/>
          <p:nvPr/>
        </p:nvCxnSpPr>
        <p:spPr>
          <a:xfrm flipH="1" rot="10800000">
            <a:off x="17836769" y="-2308948"/>
            <a:ext cx="4690515" cy="4690515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16"/>
          <p:cNvCxnSpPr/>
          <p:nvPr/>
        </p:nvCxnSpPr>
        <p:spPr>
          <a:xfrm flipH="1" rot="10800000">
            <a:off x="18276445" y="-1822252"/>
            <a:ext cx="4347674" cy="4347674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16"/>
          <p:cNvSpPr/>
          <p:nvPr/>
        </p:nvSpPr>
        <p:spPr>
          <a:xfrm>
            <a:off x="2433700" y="2440500"/>
            <a:ext cx="5777700" cy="3100200"/>
          </a:xfrm>
          <a:prstGeom prst="horizontalScroll">
            <a:avLst>
              <a:gd fmla="val 12500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9596500" y="2440500"/>
            <a:ext cx="5777700" cy="3100200"/>
          </a:xfrm>
          <a:prstGeom prst="horizontalScroll">
            <a:avLst>
              <a:gd fmla="val 12500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2586100" y="5793300"/>
            <a:ext cx="5777700" cy="3100200"/>
          </a:xfrm>
          <a:prstGeom prst="horizontalScroll">
            <a:avLst>
              <a:gd fmla="val 12500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9748900" y="5793300"/>
            <a:ext cx="5777700" cy="3100200"/>
          </a:xfrm>
          <a:prstGeom prst="horizontalScroll">
            <a:avLst>
              <a:gd fmla="val 12500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>
            <a:off x="2891425" y="3688250"/>
            <a:ext cx="531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Mobility</a:t>
            </a:r>
            <a:endParaRPr b="1" sz="4100">
              <a:solidFill>
                <a:srgbClr val="3C3C3C"/>
              </a:solidFill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10054225" y="3764450"/>
            <a:ext cx="531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lang="en-US" sz="41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ccessibility</a:t>
            </a:r>
            <a:endParaRPr b="1" sz="4100">
              <a:solidFill>
                <a:srgbClr val="3C3C3C"/>
              </a:solidFill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10206625" y="7041050"/>
            <a:ext cx="531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Asset Utilization</a:t>
            </a:r>
            <a:endParaRPr b="1" sz="4100">
              <a:solidFill>
                <a:srgbClr val="3C3C3C"/>
              </a:solidFill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2967625" y="7041050"/>
            <a:ext cx="531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Transparency</a:t>
            </a:r>
            <a:endParaRPr b="1" sz="4100">
              <a:solidFill>
                <a:srgbClr val="3C3C3C"/>
              </a:solidFill>
            </a:endParaRPr>
          </a:p>
        </p:txBody>
      </p:sp>
      <p:sp>
        <p:nvSpPr>
          <p:cNvPr id="231" name="Google Shape;231;p16"/>
          <p:cNvSpPr txBox="1"/>
          <p:nvPr/>
        </p:nvSpPr>
        <p:spPr>
          <a:xfrm>
            <a:off x="1485129" y="1570058"/>
            <a:ext cx="6967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FE6D73"/>
                </a:solidFill>
              </a:rPr>
              <a:t>MOTIVATION</a:t>
            </a:r>
            <a:endParaRPr>
              <a:solidFill>
                <a:srgbClr val="FE6D73"/>
              </a:solidFill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16280700" y="9051625"/>
            <a:ext cx="7281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1040700" y="9051625"/>
            <a:ext cx="22050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May 2024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 txBox="1"/>
          <p:nvPr/>
        </p:nvSpPr>
        <p:spPr>
          <a:xfrm>
            <a:off x="1485129" y="1570058"/>
            <a:ext cx="6967300" cy="705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227C9D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/>
          </a:p>
        </p:txBody>
      </p:sp>
      <p:grpSp>
        <p:nvGrpSpPr>
          <p:cNvPr id="239" name="Google Shape;239;p17"/>
          <p:cNvGrpSpPr/>
          <p:nvPr/>
        </p:nvGrpSpPr>
        <p:grpSpPr>
          <a:xfrm rot="2700000">
            <a:off x="-2693793" y="7510422"/>
            <a:ext cx="7415398" cy="3565095"/>
            <a:chOff x="0" y="0"/>
            <a:chExt cx="660400" cy="317500"/>
          </a:xfrm>
        </p:grpSpPr>
        <p:sp>
          <p:nvSpPr>
            <p:cNvPr id="240" name="Google Shape;240;p17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7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17"/>
          <p:cNvGrpSpPr/>
          <p:nvPr/>
        </p:nvGrpSpPr>
        <p:grpSpPr>
          <a:xfrm>
            <a:off x="1485129" y="2857500"/>
            <a:ext cx="6046286" cy="1027869"/>
            <a:chOff x="0" y="0"/>
            <a:chExt cx="1592438" cy="270714"/>
          </a:xfrm>
        </p:grpSpPr>
        <p:sp>
          <p:nvSpPr>
            <p:cNvPr id="243" name="Google Shape;243;p17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FE6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7"/>
            <p:cNvSpPr txBox="1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" name="Google Shape;245;p17"/>
          <p:cNvGrpSpPr/>
          <p:nvPr/>
        </p:nvGrpSpPr>
        <p:grpSpPr>
          <a:xfrm>
            <a:off x="1485129" y="4123494"/>
            <a:ext cx="6046286" cy="1027869"/>
            <a:chOff x="0" y="0"/>
            <a:chExt cx="1592438" cy="270714"/>
          </a:xfrm>
        </p:grpSpPr>
        <p:sp>
          <p:nvSpPr>
            <p:cNvPr id="246" name="Google Shape;246;p17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FFCB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7"/>
            <p:cNvSpPr txBox="1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p17"/>
          <p:cNvGrpSpPr/>
          <p:nvPr/>
        </p:nvGrpSpPr>
        <p:grpSpPr>
          <a:xfrm>
            <a:off x="1485129" y="5389488"/>
            <a:ext cx="6046286" cy="1027869"/>
            <a:chOff x="0" y="0"/>
            <a:chExt cx="1592438" cy="270714"/>
          </a:xfrm>
        </p:grpSpPr>
        <p:sp>
          <p:nvSpPr>
            <p:cNvPr id="249" name="Google Shape;249;p17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48C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7"/>
            <p:cNvSpPr txBox="1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17"/>
          <p:cNvSpPr txBox="1"/>
          <p:nvPr/>
        </p:nvSpPr>
        <p:spPr>
          <a:xfrm>
            <a:off x="1828699" y="3058697"/>
            <a:ext cx="531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Authentication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1828699" y="4324691"/>
            <a:ext cx="531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Search &amp; Filter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253" name="Google Shape;253;p17"/>
          <p:cNvSpPr txBox="1"/>
          <p:nvPr/>
        </p:nvSpPr>
        <p:spPr>
          <a:xfrm>
            <a:off x="1828699" y="5590684"/>
            <a:ext cx="531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Availability Calendar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54" name="Google Shape;254;p17"/>
          <p:cNvGrpSpPr/>
          <p:nvPr/>
        </p:nvGrpSpPr>
        <p:grpSpPr>
          <a:xfrm rot="-2700000">
            <a:off x="14034654" y="-4091495"/>
            <a:ext cx="7415398" cy="3565095"/>
            <a:chOff x="0" y="0"/>
            <a:chExt cx="660400" cy="317500"/>
          </a:xfrm>
        </p:grpSpPr>
        <p:sp>
          <p:nvSpPr>
            <p:cNvPr id="255" name="Google Shape;255;p17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7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57" name="Google Shape;257;p17"/>
          <p:cNvCxnSpPr/>
          <p:nvPr/>
        </p:nvCxnSpPr>
        <p:spPr>
          <a:xfrm flipH="1" rot="10800000">
            <a:off x="16779354" y="-3323851"/>
            <a:ext cx="5132702" cy="5185216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17"/>
          <p:cNvCxnSpPr/>
          <p:nvPr/>
        </p:nvCxnSpPr>
        <p:spPr>
          <a:xfrm flipH="1" rot="10800000">
            <a:off x="17092031" y="-2963542"/>
            <a:ext cx="5038853" cy="5038853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17"/>
          <p:cNvCxnSpPr/>
          <p:nvPr/>
        </p:nvCxnSpPr>
        <p:spPr>
          <a:xfrm flipH="1" rot="10800000">
            <a:off x="17450501" y="-2612228"/>
            <a:ext cx="4867141" cy="4867141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17"/>
          <p:cNvCxnSpPr/>
          <p:nvPr/>
        </p:nvCxnSpPr>
        <p:spPr>
          <a:xfrm flipH="1" rot="10800000">
            <a:off x="17836769" y="-2308948"/>
            <a:ext cx="4690515" cy="4690515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17"/>
          <p:cNvCxnSpPr/>
          <p:nvPr/>
        </p:nvCxnSpPr>
        <p:spPr>
          <a:xfrm flipH="1" rot="10800000">
            <a:off x="18276445" y="-1822252"/>
            <a:ext cx="4347674" cy="4347674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2" name="Google Shape;262;p17"/>
          <p:cNvGrpSpPr/>
          <p:nvPr/>
        </p:nvGrpSpPr>
        <p:grpSpPr>
          <a:xfrm>
            <a:off x="8584125" y="2857500"/>
            <a:ext cx="6340292" cy="1027874"/>
            <a:chOff x="0" y="0"/>
            <a:chExt cx="1592438" cy="270714"/>
          </a:xfrm>
        </p:grpSpPr>
        <p:sp>
          <p:nvSpPr>
            <p:cNvPr id="263" name="Google Shape;263;p17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FE6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7"/>
            <p:cNvSpPr txBox="1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7"/>
          <p:cNvGrpSpPr/>
          <p:nvPr/>
        </p:nvGrpSpPr>
        <p:grpSpPr>
          <a:xfrm>
            <a:off x="8584125" y="4161825"/>
            <a:ext cx="6340292" cy="1027874"/>
            <a:chOff x="0" y="0"/>
            <a:chExt cx="1592438" cy="270714"/>
          </a:xfrm>
        </p:grpSpPr>
        <p:sp>
          <p:nvSpPr>
            <p:cNvPr id="266" name="Google Shape;266;p17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FFCB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7"/>
            <p:cNvSpPr txBox="1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17"/>
          <p:cNvGrpSpPr/>
          <p:nvPr/>
        </p:nvGrpSpPr>
        <p:grpSpPr>
          <a:xfrm>
            <a:off x="8584125" y="5464300"/>
            <a:ext cx="6340292" cy="1027874"/>
            <a:chOff x="0" y="0"/>
            <a:chExt cx="1592438" cy="270714"/>
          </a:xfrm>
        </p:grpSpPr>
        <p:sp>
          <p:nvSpPr>
            <p:cNvPr id="269" name="Google Shape;269;p17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48C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7"/>
            <p:cNvSpPr txBox="1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p17"/>
          <p:cNvSpPr txBox="1"/>
          <p:nvPr/>
        </p:nvSpPr>
        <p:spPr>
          <a:xfrm>
            <a:off x="8927684" y="4384551"/>
            <a:ext cx="599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</a:rPr>
              <a:t>24/7 Support</a:t>
            </a:r>
            <a:endParaRPr/>
          </a:p>
        </p:txBody>
      </p:sp>
      <p:sp>
        <p:nvSpPr>
          <p:cNvPr id="272" name="Google Shape;272;p17"/>
          <p:cNvSpPr txBox="1"/>
          <p:nvPr/>
        </p:nvSpPr>
        <p:spPr>
          <a:xfrm>
            <a:off x="8951302" y="5655586"/>
            <a:ext cx="531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Notifications</a:t>
            </a:r>
            <a:endParaRPr/>
          </a:p>
        </p:txBody>
      </p:sp>
      <p:grpSp>
        <p:nvGrpSpPr>
          <p:cNvPr id="273" name="Google Shape;273;p17"/>
          <p:cNvGrpSpPr/>
          <p:nvPr/>
        </p:nvGrpSpPr>
        <p:grpSpPr>
          <a:xfrm>
            <a:off x="1421314" y="6706431"/>
            <a:ext cx="6046286" cy="1027869"/>
            <a:chOff x="0" y="0"/>
            <a:chExt cx="1592438" cy="270714"/>
          </a:xfrm>
        </p:grpSpPr>
        <p:sp>
          <p:nvSpPr>
            <p:cNvPr id="274" name="Google Shape;274;p17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227C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7"/>
            <p:cNvSpPr txBox="1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17"/>
          <p:cNvSpPr txBox="1"/>
          <p:nvPr/>
        </p:nvSpPr>
        <p:spPr>
          <a:xfrm>
            <a:off x="1764884" y="6907627"/>
            <a:ext cx="570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Ratings &amp; Reviews</a:t>
            </a:r>
            <a:endParaRPr sz="4000">
              <a:solidFill>
                <a:srgbClr val="FFFFFF"/>
              </a:solidFill>
            </a:endParaRPr>
          </a:p>
        </p:txBody>
      </p:sp>
      <p:grpSp>
        <p:nvGrpSpPr>
          <p:cNvPr id="277" name="Google Shape;277;p17"/>
          <p:cNvGrpSpPr/>
          <p:nvPr/>
        </p:nvGrpSpPr>
        <p:grpSpPr>
          <a:xfrm>
            <a:off x="8534400" y="6766775"/>
            <a:ext cx="6340292" cy="1027874"/>
            <a:chOff x="0" y="0"/>
            <a:chExt cx="1592438" cy="270714"/>
          </a:xfrm>
        </p:grpSpPr>
        <p:sp>
          <p:nvSpPr>
            <p:cNvPr id="278" name="Google Shape;278;p17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227C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7"/>
            <p:cNvSpPr txBox="1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17"/>
          <p:cNvSpPr txBox="1"/>
          <p:nvPr/>
        </p:nvSpPr>
        <p:spPr>
          <a:xfrm>
            <a:off x="8877970" y="6937221"/>
            <a:ext cx="570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</a:rPr>
              <a:t>Pricing Flexibility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8927684" y="3089151"/>
            <a:ext cx="599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</a:rPr>
              <a:t>Booking Date Limitations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16280700" y="9051625"/>
            <a:ext cx="7281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1040700" y="9051625"/>
            <a:ext cx="22050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May 2024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/>
          <p:nvPr/>
        </p:nvSpPr>
        <p:spPr>
          <a:xfrm>
            <a:off x="1485129" y="1570058"/>
            <a:ext cx="6967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227C9D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/>
          </a:p>
        </p:txBody>
      </p:sp>
      <p:grpSp>
        <p:nvGrpSpPr>
          <p:cNvPr id="289" name="Google Shape;289;p18"/>
          <p:cNvGrpSpPr/>
          <p:nvPr/>
        </p:nvGrpSpPr>
        <p:grpSpPr>
          <a:xfrm rot="2700000">
            <a:off x="-2694403" y="7510188"/>
            <a:ext cx="7415443" cy="3566801"/>
            <a:chOff x="0" y="0"/>
            <a:chExt cx="660400" cy="317650"/>
          </a:xfrm>
        </p:grpSpPr>
        <p:sp>
          <p:nvSpPr>
            <p:cNvPr id="290" name="Google Shape;290;p18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8"/>
            <p:cNvSpPr txBox="1"/>
            <p:nvPr/>
          </p:nvSpPr>
          <p:spPr>
            <a:xfrm>
              <a:off x="0" y="146050"/>
              <a:ext cx="660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18"/>
          <p:cNvGrpSpPr/>
          <p:nvPr/>
        </p:nvGrpSpPr>
        <p:grpSpPr>
          <a:xfrm>
            <a:off x="1485125" y="2857500"/>
            <a:ext cx="6739675" cy="1028011"/>
            <a:chOff x="0" y="0"/>
            <a:chExt cx="1592438" cy="270750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FE6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8"/>
            <p:cNvSpPr txBox="1"/>
            <p:nvPr/>
          </p:nvSpPr>
          <p:spPr>
            <a:xfrm>
              <a:off x="0" y="19050"/>
              <a:ext cx="1592400" cy="2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295;p18"/>
          <p:cNvGrpSpPr/>
          <p:nvPr/>
        </p:nvGrpSpPr>
        <p:grpSpPr>
          <a:xfrm>
            <a:off x="1485125" y="4123500"/>
            <a:ext cx="6739675" cy="1028011"/>
            <a:chOff x="0" y="0"/>
            <a:chExt cx="1592438" cy="270750"/>
          </a:xfrm>
        </p:grpSpPr>
        <p:sp>
          <p:nvSpPr>
            <p:cNvPr id="296" name="Google Shape;296;p18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FFCB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8"/>
            <p:cNvSpPr txBox="1"/>
            <p:nvPr/>
          </p:nvSpPr>
          <p:spPr>
            <a:xfrm>
              <a:off x="0" y="19050"/>
              <a:ext cx="1592400" cy="2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18"/>
          <p:cNvGrpSpPr/>
          <p:nvPr/>
        </p:nvGrpSpPr>
        <p:grpSpPr>
          <a:xfrm>
            <a:off x="1485125" y="5389500"/>
            <a:ext cx="6739675" cy="1028011"/>
            <a:chOff x="0" y="0"/>
            <a:chExt cx="1592438" cy="270750"/>
          </a:xfrm>
        </p:grpSpPr>
        <p:sp>
          <p:nvSpPr>
            <p:cNvPr id="299" name="Google Shape;299;p18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48C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8"/>
            <p:cNvSpPr txBox="1"/>
            <p:nvPr/>
          </p:nvSpPr>
          <p:spPr>
            <a:xfrm>
              <a:off x="0" y="19050"/>
              <a:ext cx="1592400" cy="2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p18"/>
          <p:cNvSpPr txBox="1"/>
          <p:nvPr/>
        </p:nvSpPr>
        <p:spPr>
          <a:xfrm>
            <a:off x="1828699" y="3058697"/>
            <a:ext cx="531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Upcoming Booking</a:t>
            </a:r>
            <a:endParaRPr/>
          </a:p>
        </p:txBody>
      </p:sp>
      <p:sp>
        <p:nvSpPr>
          <p:cNvPr id="302" name="Google Shape;302;p18"/>
          <p:cNvSpPr txBox="1"/>
          <p:nvPr/>
        </p:nvSpPr>
        <p:spPr>
          <a:xfrm>
            <a:off x="1828699" y="4324691"/>
            <a:ext cx="531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Rental History</a:t>
            </a:r>
            <a:endParaRPr/>
          </a:p>
        </p:txBody>
      </p:sp>
      <p:sp>
        <p:nvSpPr>
          <p:cNvPr id="303" name="Google Shape;303;p18"/>
          <p:cNvSpPr txBox="1"/>
          <p:nvPr/>
        </p:nvSpPr>
        <p:spPr>
          <a:xfrm>
            <a:off x="1764875" y="5590675"/>
            <a:ext cx="645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Booking Request Response</a:t>
            </a:r>
            <a:endParaRPr sz="4000">
              <a:solidFill>
                <a:srgbClr val="FFFFFF"/>
              </a:solidFill>
            </a:endParaRPr>
          </a:p>
        </p:txBody>
      </p:sp>
      <p:grpSp>
        <p:nvGrpSpPr>
          <p:cNvPr id="304" name="Google Shape;304;p18"/>
          <p:cNvGrpSpPr/>
          <p:nvPr/>
        </p:nvGrpSpPr>
        <p:grpSpPr>
          <a:xfrm rot="-2700000">
            <a:off x="14035251" y="-4091761"/>
            <a:ext cx="7415443" cy="3566801"/>
            <a:chOff x="0" y="0"/>
            <a:chExt cx="660400" cy="317650"/>
          </a:xfrm>
        </p:grpSpPr>
        <p:sp>
          <p:nvSpPr>
            <p:cNvPr id="305" name="Google Shape;305;p18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8"/>
            <p:cNvSpPr txBox="1"/>
            <p:nvPr/>
          </p:nvSpPr>
          <p:spPr>
            <a:xfrm>
              <a:off x="0" y="146050"/>
              <a:ext cx="660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07" name="Google Shape;307;p18"/>
          <p:cNvCxnSpPr/>
          <p:nvPr/>
        </p:nvCxnSpPr>
        <p:spPr>
          <a:xfrm flipH="1" rot="10800000">
            <a:off x="16779354" y="-3323835"/>
            <a:ext cx="5132700" cy="51852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18"/>
          <p:cNvCxnSpPr/>
          <p:nvPr/>
        </p:nvCxnSpPr>
        <p:spPr>
          <a:xfrm flipH="1" rot="10800000">
            <a:off x="17092031" y="-2963489"/>
            <a:ext cx="5038800" cy="50388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18"/>
          <p:cNvCxnSpPr/>
          <p:nvPr/>
        </p:nvCxnSpPr>
        <p:spPr>
          <a:xfrm flipH="1" rot="10800000">
            <a:off x="17450501" y="-2612287"/>
            <a:ext cx="4867200" cy="48672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18"/>
          <p:cNvCxnSpPr/>
          <p:nvPr/>
        </p:nvCxnSpPr>
        <p:spPr>
          <a:xfrm flipH="1" rot="10800000">
            <a:off x="17836769" y="-2308933"/>
            <a:ext cx="4690500" cy="46905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8"/>
          <p:cNvCxnSpPr/>
          <p:nvPr/>
        </p:nvCxnSpPr>
        <p:spPr>
          <a:xfrm flipH="1" rot="10800000">
            <a:off x="18276445" y="-1822178"/>
            <a:ext cx="4347600" cy="43476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2" name="Google Shape;312;p18"/>
          <p:cNvGrpSpPr/>
          <p:nvPr/>
        </p:nvGrpSpPr>
        <p:grpSpPr>
          <a:xfrm>
            <a:off x="9498514" y="2857500"/>
            <a:ext cx="6046328" cy="1028011"/>
            <a:chOff x="0" y="0"/>
            <a:chExt cx="1592438" cy="270750"/>
          </a:xfrm>
        </p:grpSpPr>
        <p:sp>
          <p:nvSpPr>
            <p:cNvPr id="313" name="Google Shape;313;p18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FE6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8"/>
            <p:cNvSpPr txBox="1"/>
            <p:nvPr/>
          </p:nvSpPr>
          <p:spPr>
            <a:xfrm>
              <a:off x="0" y="19050"/>
              <a:ext cx="1592400" cy="2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18"/>
          <p:cNvGrpSpPr/>
          <p:nvPr/>
        </p:nvGrpSpPr>
        <p:grpSpPr>
          <a:xfrm>
            <a:off x="9498514" y="4161826"/>
            <a:ext cx="6046328" cy="1028011"/>
            <a:chOff x="0" y="0"/>
            <a:chExt cx="1592438" cy="270750"/>
          </a:xfrm>
        </p:grpSpPr>
        <p:sp>
          <p:nvSpPr>
            <p:cNvPr id="316" name="Google Shape;316;p18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FFCB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8"/>
            <p:cNvSpPr txBox="1"/>
            <p:nvPr/>
          </p:nvSpPr>
          <p:spPr>
            <a:xfrm>
              <a:off x="0" y="19050"/>
              <a:ext cx="1592400" cy="2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18"/>
          <p:cNvGrpSpPr/>
          <p:nvPr/>
        </p:nvGrpSpPr>
        <p:grpSpPr>
          <a:xfrm>
            <a:off x="9498514" y="5464301"/>
            <a:ext cx="6046328" cy="1028011"/>
            <a:chOff x="0" y="0"/>
            <a:chExt cx="1592438" cy="270750"/>
          </a:xfrm>
        </p:grpSpPr>
        <p:sp>
          <p:nvSpPr>
            <p:cNvPr id="319" name="Google Shape;319;p18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48C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8"/>
            <p:cNvSpPr txBox="1"/>
            <p:nvPr/>
          </p:nvSpPr>
          <p:spPr>
            <a:xfrm>
              <a:off x="0" y="19050"/>
              <a:ext cx="1592400" cy="2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p18"/>
          <p:cNvSpPr txBox="1"/>
          <p:nvPr/>
        </p:nvSpPr>
        <p:spPr>
          <a:xfrm>
            <a:off x="9842084" y="3058697"/>
            <a:ext cx="531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</a:rPr>
              <a:t>Account Suspension</a:t>
            </a:r>
            <a:endParaRPr/>
          </a:p>
        </p:txBody>
      </p:sp>
      <p:sp>
        <p:nvSpPr>
          <p:cNvPr id="322" name="Google Shape;322;p18"/>
          <p:cNvSpPr txBox="1"/>
          <p:nvPr/>
        </p:nvSpPr>
        <p:spPr>
          <a:xfrm>
            <a:off x="9842084" y="4384551"/>
            <a:ext cx="599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</a:rPr>
              <a:t>Refund Management</a:t>
            </a:r>
            <a:endParaRPr/>
          </a:p>
        </p:txBody>
      </p:sp>
      <p:sp>
        <p:nvSpPr>
          <p:cNvPr id="323" name="Google Shape;323;p18"/>
          <p:cNvSpPr txBox="1"/>
          <p:nvPr/>
        </p:nvSpPr>
        <p:spPr>
          <a:xfrm>
            <a:off x="9865702" y="5655586"/>
            <a:ext cx="531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</a:rPr>
              <a:t>Promo Code</a:t>
            </a:r>
            <a:endParaRPr/>
          </a:p>
        </p:txBody>
      </p:sp>
      <p:grpSp>
        <p:nvGrpSpPr>
          <p:cNvPr id="324" name="Google Shape;324;p18"/>
          <p:cNvGrpSpPr/>
          <p:nvPr/>
        </p:nvGrpSpPr>
        <p:grpSpPr>
          <a:xfrm>
            <a:off x="1421325" y="6706425"/>
            <a:ext cx="6803532" cy="1028038"/>
            <a:chOff x="0" y="0"/>
            <a:chExt cx="1592438" cy="270750"/>
          </a:xfrm>
        </p:grpSpPr>
        <p:sp>
          <p:nvSpPr>
            <p:cNvPr id="325" name="Google Shape;325;p18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227C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8"/>
            <p:cNvSpPr txBox="1"/>
            <p:nvPr/>
          </p:nvSpPr>
          <p:spPr>
            <a:xfrm>
              <a:off x="0" y="19050"/>
              <a:ext cx="1592400" cy="2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18"/>
          <p:cNvSpPr txBox="1"/>
          <p:nvPr/>
        </p:nvSpPr>
        <p:spPr>
          <a:xfrm>
            <a:off x="1764884" y="6907627"/>
            <a:ext cx="570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Maintenance Leave</a:t>
            </a:r>
            <a:endParaRPr sz="4000">
              <a:solidFill>
                <a:srgbClr val="FFFFFF"/>
              </a:solidFill>
            </a:endParaRPr>
          </a:p>
        </p:txBody>
      </p:sp>
      <p:grpSp>
        <p:nvGrpSpPr>
          <p:cNvPr id="328" name="Google Shape;328;p18"/>
          <p:cNvGrpSpPr/>
          <p:nvPr/>
        </p:nvGrpSpPr>
        <p:grpSpPr>
          <a:xfrm>
            <a:off x="9448800" y="6766776"/>
            <a:ext cx="6046328" cy="1028011"/>
            <a:chOff x="0" y="0"/>
            <a:chExt cx="1592438" cy="270750"/>
          </a:xfrm>
        </p:grpSpPr>
        <p:sp>
          <p:nvSpPr>
            <p:cNvPr id="329" name="Google Shape;329;p18"/>
            <p:cNvSpPr/>
            <p:nvPr/>
          </p:nvSpPr>
          <p:spPr>
            <a:xfrm>
              <a:off x="0" y="0"/>
              <a:ext cx="1592438" cy="270714"/>
            </a:xfrm>
            <a:custGeom>
              <a:rect b="b" l="l" r="r" t="t"/>
              <a:pathLst>
                <a:path extrusionOk="0"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227C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8"/>
            <p:cNvSpPr txBox="1"/>
            <p:nvPr/>
          </p:nvSpPr>
          <p:spPr>
            <a:xfrm>
              <a:off x="0" y="19050"/>
              <a:ext cx="1592400" cy="2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18"/>
          <p:cNvSpPr txBox="1"/>
          <p:nvPr/>
        </p:nvSpPr>
        <p:spPr>
          <a:xfrm>
            <a:off x="9792370" y="6937221"/>
            <a:ext cx="570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</a:rPr>
              <a:t>Report Management</a:t>
            </a:r>
            <a:endParaRPr/>
          </a:p>
        </p:txBody>
      </p:sp>
      <p:sp>
        <p:nvSpPr>
          <p:cNvPr id="332" name="Google Shape;332;p18"/>
          <p:cNvSpPr txBox="1"/>
          <p:nvPr/>
        </p:nvSpPr>
        <p:spPr>
          <a:xfrm>
            <a:off x="16280700" y="9051625"/>
            <a:ext cx="7281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 txBox="1"/>
          <p:nvPr/>
        </p:nvSpPr>
        <p:spPr>
          <a:xfrm>
            <a:off x="1040700" y="9051625"/>
            <a:ext cx="22050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May 2024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19"/>
          <p:cNvGrpSpPr/>
          <p:nvPr/>
        </p:nvGrpSpPr>
        <p:grpSpPr>
          <a:xfrm rot="2700000">
            <a:off x="-3166134" y="-4341298"/>
            <a:ext cx="7415398" cy="3565095"/>
            <a:chOff x="0" y="0"/>
            <a:chExt cx="660400" cy="317500"/>
          </a:xfrm>
        </p:grpSpPr>
        <p:sp>
          <p:nvSpPr>
            <p:cNvPr id="339" name="Google Shape;339;p19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9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41" name="Google Shape;341;p19"/>
          <p:cNvCxnSpPr/>
          <p:nvPr/>
        </p:nvCxnSpPr>
        <p:spPr>
          <a:xfrm>
            <a:off x="-3628748" y="-3521748"/>
            <a:ext cx="5185216" cy="5132702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19"/>
          <p:cNvCxnSpPr/>
          <p:nvPr/>
        </p:nvCxnSpPr>
        <p:spPr>
          <a:xfrm>
            <a:off x="-3842695" y="-3209072"/>
            <a:ext cx="5038853" cy="5038853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19"/>
          <p:cNvCxnSpPr/>
          <p:nvPr/>
        </p:nvCxnSpPr>
        <p:spPr>
          <a:xfrm>
            <a:off x="-4022296" y="-2850601"/>
            <a:ext cx="4867141" cy="4867141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19"/>
          <p:cNvCxnSpPr/>
          <p:nvPr/>
        </p:nvCxnSpPr>
        <p:spPr>
          <a:xfrm>
            <a:off x="-4148951" y="-2464334"/>
            <a:ext cx="4690515" cy="4690515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19"/>
          <p:cNvCxnSpPr/>
          <p:nvPr/>
        </p:nvCxnSpPr>
        <p:spPr>
          <a:xfrm>
            <a:off x="-4292805" y="-2024657"/>
            <a:ext cx="4347674" cy="4347674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19"/>
          <p:cNvSpPr/>
          <p:nvPr/>
        </p:nvSpPr>
        <p:spPr>
          <a:xfrm rot="10800000">
            <a:off x="16192287" y="7062107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7" name="Google Shape;347;p19"/>
          <p:cNvSpPr/>
          <p:nvPr/>
        </p:nvSpPr>
        <p:spPr>
          <a:xfrm>
            <a:off x="17266571" y="7090682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8" name="Google Shape;348;p19"/>
          <p:cNvSpPr/>
          <p:nvPr/>
        </p:nvSpPr>
        <p:spPr>
          <a:xfrm>
            <a:off x="16182762" y="8174491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9" name="Google Shape;349;p19"/>
          <p:cNvSpPr/>
          <p:nvPr/>
        </p:nvSpPr>
        <p:spPr>
          <a:xfrm rot="10800000">
            <a:off x="16182762" y="92583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0" name="Google Shape;350;p19"/>
          <p:cNvSpPr/>
          <p:nvPr/>
        </p:nvSpPr>
        <p:spPr>
          <a:xfrm rot="-5400000">
            <a:off x="17266571" y="92583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p19"/>
          <p:cNvSpPr/>
          <p:nvPr/>
        </p:nvSpPr>
        <p:spPr>
          <a:xfrm>
            <a:off x="2279788" y="3053879"/>
            <a:ext cx="4044900" cy="2165700"/>
          </a:xfrm>
          <a:prstGeom prst="round1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2286000" y="6362700"/>
            <a:ext cx="4044900" cy="2165700"/>
          </a:xfrm>
          <a:prstGeom prst="round1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/>
          <p:nvPr/>
        </p:nvSpPr>
        <p:spPr>
          <a:xfrm>
            <a:off x="9296400" y="3009900"/>
            <a:ext cx="4044900" cy="2165700"/>
          </a:xfrm>
          <a:prstGeom prst="round1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9302612" y="6318721"/>
            <a:ext cx="4044900" cy="2165700"/>
          </a:xfrm>
          <a:prstGeom prst="round1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 txBox="1"/>
          <p:nvPr/>
        </p:nvSpPr>
        <p:spPr>
          <a:xfrm>
            <a:off x="2279789" y="3840659"/>
            <a:ext cx="404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Exposure</a:t>
            </a:r>
            <a:endParaRPr/>
          </a:p>
        </p:txBody>
      </p:sp>
      <p:sp>
        <p:nvSpPr>
          <p:cNvPr id="356" name="Google Shape;356;p19"/>
          <p:cNvSpPr txBox="1"/>
          <p:nvPr/>
        </p:nvSpPr>
        <p:spPr>
          <a:xfrm>
            <a:off x="9290189" y="3409771"/>
            <a:ext cx="4044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Acquisition</a:t>
            </a:r>
            <a:endParaRPr/>
          </a:p>
        </p:txBody>
      </p:sp>
      <p:sp>
        <p:nvSpPr>
          <p:cNvPr id="357" name="Google Shape;357;p19"/>
          <p:cNvSpPr txBox="1"/>
          <p:nvPr/>
        </p:nvSpPr>
        <p:spPr>
          <a:xfrm>
            <a:off x="9296400" y="7048500"/>
            <a:ext cx="404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Effortless Rentals</a:t>
            </a:r>
            <a:endParaRPr/>
          </a:p>
        </p:txBody>
      </p:sp>
      <p:sp>
        <p:nvSpPr>
          <p:cNvPr id="358" name="Google Shape;358;p19"/>
          <p:cNvSpPr txBox="1"/>
          <p:nvPr/>
        </p:nvSpPr>
        <p:spPr>
          <a:xfrm>
            <a:off x="2279789" y="6896100"/>
            <a:ext cx="4044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Strategic Partnerships</a:t>
            </a:r>
            <a:endParaRPr/>
          </a:p>
        </p:txBody>
      </p:sp>
      <p:sp>
        <p:nvSpPr>
          <p:cNvPr id="359" name="Google Shape;359;p19"/>
          <p:cNvSpPr txBox="1"/>
          <p:nvPr/>
        </p:nvSpPr>
        <p:spPr>
          <a:xfrm>
            <a:off x="1485129" y="1570058"/>
            <a:ext cx="6967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227C9D"/>
                </a:solidFill>
              </a:rPr>
              <a:t>OBJECTIVES</a:t>
            </a:r>
            <a:endParaRPr/>
          </a:p>
        </p:txBody>
      </p:sp>
      <p:sp>
        <p:nvSpPr>
          <p:cNvPr id="360" name="Google Shape;360;p19"/>
          <p:cNvSpPr txBox="1"/>
          <p:nvPr/>
        </p:nvSpPr>
        <p:spPr>
          <a:xfrm>
            <a:off x="16280700" y="9051625"/>
            <a:ext cx="7281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 txBox="1"/>
          <p:nvPr/>
        </p:nvSpPr>
        <p:spPr>
          <a:xfrm>
            <a:off x="1040700" y="9051625"/>
            <a:ext cx="22050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May 2024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20"/>
          <p:cNvGrpSpPr/>
          <p:nvPr/>
        </p:nvGrpSpPr>
        <p:grpSpPr>
          <a:xfrm rot="2700000">
            <a:off x="-2694403" y="7510188"/>
            <a:ext cx="7415443" cy="3566801"/>
            <a:chOff x="0" y="0"/>
            <a:chExt cx="660400" cy="317650"/>
          </a:xfrm>
        </p:grpSpPr>
        <p:sp>
          <p:nvSpPr>
            <p:cNvPr id="367" name="Google Shape;367;p20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0"/>
            <p:cNvSpPr txBox="1"/>
            <p:nvPr/>
          </p:nvSpPr>
          <p:spPr>
            <a:xfrm>
              <a:off x="0" y="146050"/>
              <a:ext cx="660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20"/>
          <p:cNvGrpSpPr/>
          <p:nvPr/>
        </p:nvGrpSpPr>
        <p:grpSpPr>
          <a:xfrm rot="-2700000">
            <a:off x="14035251" y="-4091761"/>
            <a:ext cx="7415443" cy="3566801"/>
            <a:chOff x="0" y="0"/>
            <a:chExt cx="660400" cy="317650"/>
          </a:xfrm>
        </p:grpSpPr>
        <p:sp>
          <p:nvSpPr>
            <p:cNvPr id="370" name="Google Shape;370;p20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0"/>
            <p:cNvSpPr txBox="1"/>
            <p:nvPr/>
          </p:nvSpPr>
          <p:spPr>
            <a:xfrm>
              <a:off x="0" y="146050"/>
              <a:ext cx="660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72" name="Google Shape;372;p20"/>
          <p:cNvCxnSpPr/>
          <p:nvPr/>
        </p:nvCxnSpPr>
        <p:spPr>
          <a:xfrm flipH="1" rot="10800000">
            <a:off x="16779354" y="-3323835"/>
            <a:ext cx="5132700" cy="51852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20"/>
          <p:cNvCxnSpPr/>
          <p:nvPr/>
        </p:nvCxnSpPr>
        <p:spPr>
          <a:xfrm flipH="1" rot="10800000">
            <a:off x="17092031" y="-2963489"/>
            <a:ext cx="5038800" cy="50388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20"/>
          <p:cNvCxnSpPr/>
          <p:nvPr/>
        </p:nvCxnSpPr>
        <p:spPr>
          <a:xfrm flipH="1" rot="10800000">
            <a:off x="17450501" y="-2612287"/>
            <a:ext cx="4867200" cy="48672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20"/>
          <p:cNvCxnSpPr/>
          <p:nvPr/>
        </p:nvCxnSpPr>
        <p:spPr>
          <a:xfrm flipH="1" rot="10800000">
            <a:off x="17836769" y="-2308933"/>
            <a:ext cx="4690500" cy="46905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20"/>
          <p:cNvCxnSpPr/>
          <p:nvPr/>
        </p:nvCxnSpPr>
        <p:spPr>
          <a:xfrm flipH="1" rot="10800000">
            <a:off x="18276445" y="-1822178"/>
            <a:ext cx="4347600" cy="43476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20"/>
          <p:cNvSpPr txBox="1"/>
          <p:nvPr/>
        </p:nvSpPr>
        <p:spPr>
          <a:xfrm>
            <a:off x="1485129" y="1570058"/>
            <a:ext cx="6967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FE6D73"/>
                </a:solidFill>
              </a:rPr>
              <a:t>STAKEHOLDERS</a:t>
            </a:r>
            <a:endParaRPr>
              <a:solidFill>
                <a:srgbClr val="FE6D73"/>
              </a:solidFill>
            </a:endParaRPr>
          </a:p>
        </p:txBody>
      </p:sp>
      <p:sp>
        <p:nvSpPr>
          <p:cNvPr id="378" name="Google Shape;378;p20"/>
          <p:cNvSpPr txBox="1"/>
          <p:nvPr/>
        </p:nvSpPr>
        <p:spPr>
          <a:xfrm>
            <a:off x="16280700" y="9051625"/>
            <a:ext cx="7281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 txBox="1"/>
          <p:nvPr/>
        </p:nvSpPr>
        <p:spPr>
          <a:xfrm>
            <a:off x="1040700" y="9051625"/>
            <a:ext cx="22050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May 2024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1766175" y="4880450"/>
            <a:ext cx="3129900" cy="25599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 txBox="1"/>
          <p:nvPr/>
        </p:nvSpPr>
        <p:spPr>
          <a:xfrm>
            <a:off x="1883600" y="5814175"/>
            <a:ext cx="2818500" cy="1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5652375" y="4880450"/>
            <a:ext cx="3129900" cy="25599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 txBox="1"/>
          <p:nvPr/>
        </p:nvSpPr>
        <p:spPr>
          <a:xfrm>
            <a:off x="5769800" y="5814175"/>
            <a:ext cx="2818500" cy="1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Renter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9614775" y="4880450"/>
            <a:ext cx="3129900" cy="25599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 txBox="1"/>
          <p:nvPr/>
        </p:nvSpPr>
        <p:spPr>
          <a:xfrm>
            <a:off x="9732200" y="5814175"/>
            <a:ext cx="2818500" cy="1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13348575" y="4880450"/>
            <a:ext cx="3129900" cy="25599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 txBox="1"/>
          <p:nvPr/>
        </p:nvSpPr>
        <p:spPr>
          <a:xfrm>
            <a:off x="13466000" y="5814175"/>
            <a:ext cx="2818500" cy="1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1"/>
          <p:cNvSpPr txBox="1"/>
          <p:nvPr/>
        </p:nvSpPr>
        <p:spPr>
          <a:xfrm>
            <a:off x="3833915" y="2318734"/>
            <a:ext cx="10620300" cy="1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9">
                <a:solidFill>
                  <a:srgbClr val="227C9D"/>
                </a:solidFill>
                <a:latin typeface="Arial"/>
                <a:ea typeface="Arial"/>
                <a:cs typeface="Arial"/>
                <a:sym typeface="Arial"/>
              </a:rPr>
              <a:t>CHALLENGES</a:t>
            </a:r>
            <a:endParaRPr/>
          </a:p>
        </p:txBody>
      </p:sp>
      <p:sp>
        <p:nvSpPr>
          <p:cNvPr id="393" name="Google Shape;393;p21"/>
          <p:cNvSpPr/>
          <p:nvPr/>
        </p:nvSpPr>
        <p:spPr>
          <a:xfrm>
            <a:off x="17204191" y="-551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4" name="Google Shape;394;p21"/>
          <p:cNvSpPr/>
          <p:nvPr/>
        </p:nvSpPr>
        <p:spPr>
          <a:xfrm>
            <a:off x="17204191" y="10287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5" name="Google Shape;395;p21"/>
          <p:cNvSpPr/>
          <p:nvPr/>
        </p:nvSpPr>
        <p:spPr>
          <a:xfrm rot="-5400000">
            <a:off x="17204191" y="21125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6" name="Google Shape;396;p21"/>
          <p:cNvSpPr/>
          <p:nvPr/>
        </p:nvSpPr>
        <p:spPr>
          <a:xfrm>
            <a:off x="16120382" y="-551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7" name="Google Shape;397;p21"/>
          <p:cNvSpPr/>
          <p:nvPr/>
        </p:nvSpPr>
        <p:spPr>
          <a:xfrm rot="5400000">
            <a:off x="15036573" y="10287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8" name="Google Shape;398;p21"/>
          <p:cNvSpPr/>
          <p:nvPr/>
        </p:nvSpPr>
        <p:spPr>
          <a:xfrm rot="10800000">
            <a:off x="16120382" y="21125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9" name="Google Shape;399;p21"/>
          <p:cNvSpPr/>
          <p:nvPr/>
        </p:nvSpPr>
        <p:spPr>
          <a:xfrm>
            <a:off x="15036573" y="21125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0" name="Google Shape;400;p21"/>
          <p:cNvSpPr/>
          <p:nvPr/>
        </p:nvSpPr>
        <p:spPr>
          <a:xfrm rot="-5400000">
            <a:off x="12770705" y="-551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1" name="Google Shape;401;p21"/>
          <p:cNvSpPr/>
          <p:nvPr/>
        </p:nvSpPr>
        <p:spPr>
          <a:xfrm>
            <a:off x="12770705" y="10287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2" name="Google Shape;402;p21"/>
          <p:cNvSpPr/>
          <p:nvPr/>
        </p:nvSpPr>
        <p:spPr>
          <a:xfrm rot="10800000">
            <a:off x="9525" y="7044155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3" name="Google Shape;403;p21"/>
          <p:cNvSpPr/>
          <p:nvPr/>
        </p:nvSpPr>
        <p:spPr>
          <a:xfrm>
            <a:off x="1083809" y="707273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4" name="Google Shape;404;p21"/>
          <p:cNvSpPr/>
          <p:nvPr/>
        </p:nvSpPr>
        <p:spPr>
          <a:xfrm>
            <a:off x="0" y="815653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21"/>
          <p:cNvSpPr/>
          <p:nvPr/>
        </p:nvSpPr>
        <p:spPr>
          <a:xfrm rot="10800000">
            <a:off x="0" y="9240348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6" name="Google Shape;406;p21"/>
          <p:cNvSpPr/>
          <p:nvPr/>
        </p:nvSpPr>
        <p:spPr>
          <a:xfrm rot="-5400000">
            <a:off x="1083809" y="9240348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7" name="Google Shape;407;p21"/>
          <p:cNvSpPr/>
          <p:nvPr/>
        </p:nvSpPr>
        <p:spPr>
          <a:xfrm rot="10800000">
            <a:off x="3321750" y="9268923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8" name="Google Shape;408;p21"/>
          <p:cNvSpPr/>
          <p:nvPr/>
        </p:nvSpPr>
        <p:spPr>
          <a:xfrm>
            <a:off x="3321750" y="8185114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9" name="Google Shape;409;p21"/>
          <p:cNvSpPr/>
          <p:nvPr/>
        </p:nvSpPr>
        <p:spPr>
          <a:xfrm rot="5400000">
            <a:off x="4405559" y="9268923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0" name="Google Shape;410;p21"/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id="411" name="Google Shape;411;p21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1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13" name="Google Shape;413;p21"/>
          <p:cNvCxnSpPr/>
          <p:nvPr/>
        </p:nvCxnSpPr>
        <p:spPr>
          <a:xfrm>
            <a:off x="13918610" y="8394229"/>
            <a:ext cx="5185216" cy="5132702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21"/>
          <p:cNvCxnSpPr/>
          <p:nvPr/>
        </p:nvCxnSpPr>
        <p:spPr>
          <a:xfrm>
            <a:off x="13704664" y="8706905"/>
            <a:ext cx="5038853" cy="5038853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21"/>
          <p:cNvCxnSpPr/>
          <p:nvPr/>
        </p:nvCxnSpPr>
        <p:spPr>
          <a:xfrm>
            <a:off x="13525062" y="9065375"/>
            <a:ext cx="4867141" cy="4867141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21"/>
          <p:cNvCxnSpPr/>
          <p:nvPr/>
        </p:nvCxnSpPr>
        <p:spPr>
          <a:xfrm>
            <a:off x="13398407" y="9451643"/>
            <a:ext cx="4690515" cy="4690515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21"/>
          <p:cNvCxnSpPr/>
          <p:nvPr/>
        </p:nvCxnSpPr>
        <p:spPr>
          <a:xfrm>
            <a:off x="13254553" y="9891320"/>
            <a:ext cx="4347674" cy="4347674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18" name="Google Shape;418;p21"/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419" name="Google Shape;419;p21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21" name="Google Shape;421;p21"/>
          <p:cNvCxnSpPr/>
          <p:nvPr/>
        </p:nvCxnSpPr>
        <p:spPr>
          <a:xfrm>
            <a:off x="-1839005" y="-2273771"/>
            <a:ext cx="5185216" cy="5132702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21"/>
          <p:cNvCxnSpPr/>
          <p:nvPr/>
        </p:nvCxnSpPr>
        <p:spPr>
          <a:xfrm>
            <a:off x="-2052951" y="-1961095"/>
            <a:ext cx="5038853" cy="5038853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21"/>
          <p:cNvCxnSpPr/>
          <p:nvPr/>
        </p:nvCxnSpPr>
        <p:spPr>
          <a:xfrm>
            <a:off x="-2232553" y="-1602625"/>
            <a:ext cx="4867141" cy="4867141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21"/>
          <p:cNvCxnSpPr/>
          <p:nvPr/>
        </p:nvCxnSpPr>
        <p:spPr>
          <a:xfrm>
            <a:off x="-2359208" y="-1216357"/>
            <a:ext cx="4690515" cy="4690515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21"/>
          <p:cNvCxnSpPr/>
          <p:nvPr/>
        </p:nvCxnSpPr>
        <p:spPr>
          <a:xfrm>
            <a:off x="-2503062" y="-776680"/>
            <a:ext cx="4347674" cy="4347674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21"/>
          <p:cNvCxnSpPr/>
          <p:nvPr/>
        </p:nvCxnSpPr>
        <p:spPr>
          <a:xfrm>
            <a:off x="-2623881" y="-332957"/>
            <a:ext cx="3963599" cy="3985594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21"/>
          <p:cNvCxnSpPr/>
          <p:nvPr/>
        </p:nvCxnSpPr>
        <p:spPr>
          <a:xfrm>
            <a:off x="-2598114" y="228677"/>
            <a:ext cx="3377485" cy="3360058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21"/>
          <p:cNvCxnSpPr/>
          <p:nvPr/>
        </p:nvCxnSpPr>
        <p:spPr>
          <a:xfrm>
            <a:off x="-2509797" y="905760"/>
            <a:ext cx="2628598" cy="2671969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21"/>
          <p:cNvSpPr txBox="1"/>
          <p:nvPr/>
        </p:nvSpPr>
        <p:spPr>
          <a:xfrm>
            <a:off x="3784200" y="4387105"/>
            <a:ext cx="10719600" cy="24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085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500"/>
              <a:buFont typeface="DM Sans"/>
              <a:buChar char="●"/>
            </a:pPr>
            <a:r>
              <a:rPr lang="en-US" sz="3500">
                <a:solidFill>
                  <a:srgbClr val="282828"/>
                </a:solidFill>
                <a:latin typeface="DM Sans"/>
                <a:ea typeface="DM Sans"/>
                <a:cs typeface="DM Sans"/>
                <a:sym typeface="DM Sans"/>
              </a:rPr>
              <a:t>Integrating Third-Party Services</a:t>
            </a:r>
            <a:endParaRPr sz="3500">
              <a:solidFill>
                <a:srgbClr val="28282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085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500"/>
              <a:buFont typeface="DM Sans"/>
              <a:buChar char="●"/>
            </a:pPr>
            <a:r>
              <a:rPr lang="en-US" sz="3500">
                <a:solidFill>
                  <a:srgbClr val="282828"/>
                </a:solidFill>
                <a:latin typeface="DM Sans"/>
                <a:ea typeface="DM Sans"/>
                <a:cs typeface="DM Sans"/>
                <a:sym typeface="DM Sans"/>
              </a:rPr>
              <a:t>Data Management</a:t>
            </a:r>
            <a:endParaRPr sz="3500">
              <a:solidFill>
                <a:srgbClr val="28282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085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500"/>
              <a:buFont typeface="DM Sans"/>
              <a:buChar char="●"/>
            </a:pPr>
            <a:r>
              <a:rPr lang="en-US" sz="3500">
                <a:solidFill>
                  <a:srgbClr val="282828"/>
                </a:solidFill>
                <a:latin typeface="DM Sans"/>
                <a:ea typeface="DM Sans"/>
                <a:cs typeface="DM Sans"/>
                <a:sym typeface="DM Sans"/>
              </a:rPr>
              <a:t>Performance Optimization</a:t>
            </a:r>
            <a:endParaRPr sz="3500">
              <a:solidFill>
                <a:srgbClr val="28282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085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500"/>
              <a:buFont typeface="DM Sans"/>
              <a:buChar char="●"/>
            </a:pPr>
            <a:r>
              <a:rPr lang="en-US" sz="3500">
                <a:solidFill>
                  <a:srgbClr val="282828"/>
                </a:solidFill>
                <a:latin typeface="DM Sans"/>
                <a:ea typeface="DM Sans"/>
                <a:cs typeface="DM Sans"/>
                <a:sym typeface="DM Sans"/>
              </a:rPr>
              <a:t>Drafting comprehensive terms of service</a:t>
            </a:r>
            <a:endParaRPr sz="3500">
              <a:solidFill>
                <a:srgbClr val="28282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0" name="Google Shape;430;p21"/>
          <p:cNvSpPr txBox="1"/>
          <p:nvPr/>
        </p:nvSpPr>
        <p:spPr>
          <a:xfrm>
            <a:off x="16280700" y="9051625"/>
            <a:ext cx="7281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1"/>
          <p:cNvSpPr txBox="1"/>
          <p:nvPr/>
        </p:nvSpPr>
        <p:spPr>
          <a:xfrm>
            <a:off x="1040700" y="9051625"/>
            <a:ext cx="22050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May 2024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6" name="Google Shape;436;p22"/>
          <p:cNvCxnSpPr/>
          <p:nvPr/>
        </p:nvCxnSpPr>
        <p:spPr>
          <a:xfrm flipH="1" rot="10800000">
            <a:off x="3160461" y="5241912"/>
            <a:ext cx="1198200" cy="630600"/>
          </a:xfrm>
          <a:prstGeom prst="straightConnector1">
            <a:avLst/>
          </a:prstGeom>
          <a:noFill/>
          <a:ln cap="flat" cmpd="sng" w="38100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7" name="Google Shape;437;p22"/>
          <p:cNvCxnSpPr/>
          <p:nvPr/>
        </p:nvCxnSpPr>
        <p:spPr>
          <a:xfrm flipH="1" rot="10800000">
            <a:off x="8323826" y="5241707"/>
            <a:ext cx="1116900" cy="965400"/>
          </a:xfrm>
          <a:prstGeom prst="straightConnector1">
            <a:avLst/>
          </a:prstGeom>
          <a:noFill/>
          <a:ln cap="flat" cmpd="sng" w="38100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22"/>
          <p:cNvCxnSpPr/>
          <p:nvPr/>
        </p:nvCxnSpPr>
        <p:spPr>
          <a:xfrm flipH="1" rot="10800000">
            <a:off x="13386742" y="5241907"/>
            <a:ext cx="1153800" cy="962400"/>
          </a:xfrm>
          <a:prstGeom prst="straightConnector1">
            <a:avLst/>
          </a:prstGeom>
          <a:noFill/>
          <a:ln cap="flat" cmpd="sng" w="38100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22"/>
          <p:cNvCxnSpPr/>
          <p:nvPr/>
        </p:nvCxnSpPr>
        <p:spPr>
          <a:xfrm rot="10800000">
            <a:off x="5783119" y="5241707"/>
            <a:ext cx="1116300" cy="965400"/>
          </a:xfrm>
          <a:prstGeom prst="straightConnector1">
            <a:avLst/>
          </a:prstGeom>
          <a:noFill/>
          <a:ln cap="flat" cmpd="sng" w="38100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22"/>
          <p:cNvCxnSpPr/>
          <p:nvPr/>
        </p:nvCxnSpPr>
        <p:spPr>
          <a:xfrm rot="10800000">
            <a:off x="10865235" y="5241907"/>
            <a:ext cx="1097100" cy="962400"/>
          </a:xfrm>
          <a:prstGeom prst="straightConnector1">
            <a:avLst/>
          </a:prstGeom>
          <a:noFill/>
          <a:ln cap="flat" cmpd="sng" w="38100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41" name="Google Shape;441;p22"/>
          <p:cNvGrpSpPr/>
          <p:nvPr/>
        </p:nvGrpSpPr>
        <p:grpSpPr>
          <a:xfrm>
            <a:off x="1817900" y="5492103"/>
            <a:ext cx="1424432" cy="1424432"/>
            <a:chOff x="0" y="0"/>
            <a:chExt cx="812800" cy="812800"/>
          </a:xfrm>
        </p:grpSpPr>
        <p:sp>
          <p:nvSpPr>
            <p:cNvPr id="442" name="Google Shape;442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C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2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4" name="Google Shape;444;p22"/>
          <p:cNvGrpSpPr/>
          <p:nvPr/>
        </p:nvGrpSpPr>
        <p:grpSpPr>
          <a:xfrm>
            <a:off x="4358750" y="4529575"/>
            <a:ext cx="1424432" cy="1424432"/>
            <a:chOff x="0" y="0"/>
            <a:chExt cx="812800" cy="812800"/>
          </a:xfrm>
        </p:grpSpPr>
        <p:sp>
          <p:nvSpPr>
            <p:cNvPr id="445" name="Google Shape;445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2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7" name="Google Shape;447;p22"/>
          <p:cNvGrpSpPr/>
          <p:nvPr/>
        </p:nvGrpSpPr>
        <p:grpSpPr>
          <a:xfrm>
            <a:off x="6899419" y="5494903"/>
            <a:ext cx="1424432" cy="1424432"/>
            <a:chOff x="0" y="0"/>
            <a:chExt cx="812800" cy="812800"/>
          </a:xfrm>
        </p:grpSpPr>
        <p:sp>
          <p:nvSpPr>
            <p:cNvPr id="448" name="Google Shape;448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B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2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0" name="Google Shape;450;p22"/>
          <p:cNvGrpSpPr/>
          <p:nvPr/>
        </p:nvGrpSpPr>
        <p:grpSpPr>
          <a:xfrm>
            <a:off x="9440716" y="4529575"/>
            <a:ext cx="1424432" cy="1424432"/>
            <a:chOff x="0" y="0"/>
            <a:chExt cx="812800" cy="812800"/>
          </a:xfrm>
        </p:grpSpPr>
        <p:sp>
          <p:nvSpPr>
            <p:cNvPr id="451" name="Google Shape;451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7C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2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3" name="Google Shape;453;p22"/>
          <p:cNvGrpSpPr/>
          <p:nvPr/>
        </p:nvGrpSpPr>
        <p:grpSpPr>
          <a:xfrm>
            <a:off x="11962335" y="5492103"/>
            <a:ext cx="1424432" cy="1424432"/>
            <a:chOff x="0" y="0"/>
            <a:chExt cx="812800" cy="812800"/>
          </a:xfrm>
        </p:grpSpPr>
        <p:sp>
          <p:nvSpPr>
            <p:cNvPr id="454" name="Google Shape;454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C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2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6" name="Google Shape;456;p22"/>
          <p:cNvGrpSpPr/>
          <p:nvPr/>
        </p:nvGrpSpPr>
        <p:grpSpPr>
          <a:xfrm>
            <a:off x="14540395" y="4529575"/>
            <a:ext cx="1424432" cy="1424432"/>
            <a:chOff x="0" y="0"/>
            <a:chExt cx="812800" cy="812800"/>
          </a:xfrm>
        </p:grpSpPr>
        <p:sp>
          <p:nvSpPr>
            <p:cNvPr id="457" name="Google Shape;457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2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9" name="Google Shape;459;p22"/>
          <p:cNvGrpSpPr/>
          <p:nvPr/>
        </p:nvGrpSpPr>
        <p:grpSpPr>
          <a:xfrm rot="2700000">
            <a:off x="-2397084" y="-2922017"/>
            <a:ext cx="7415443" cy="3566801"/>
            <a:chOff x="0" y="0"/>
            <a:chExt cx="660400" cy="317650"/>
          </a:xfrm>
        </p:grpSpPr>
        <p:sp>
          <p:nvSpPr>
            <p:cNvPr id="460" name="Google Shape;460;p22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2"/>
            <p:cNvSpPr txBox="1"/>
            <p:nvPr/>
          </p:nvSpPr>
          <p:spPr>
            <a:xfrm>
              <a:off x="0" y="146050"/>
              <a:ext cx="660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62" name="Google Shape;462;p22"/>
          <p:cNvCxnSpPr/>
          <p:nvPr/>
        </p:nvCxnSpPr>
        <p:spPr>
          <a:xfrm>
            <a:off x="-2859087" y="-2102233"/>
            <a:ext cx="5185200" cy="51327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22"/>
          <p:cNvCxnSpPr/>
          <p:nvPr/>
        </p:nvCxnSpPr>
        <p:spPr>
          <a:xfrm>
            <a:off x="-3073034" y="-1789557"/>
            <a:ext cx="5038800" cy="50388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22"/>
          <p:cNvCxnSpPr/>
          <p:nvPr/>
        </p:nvCxnSpPr>
        <p:spPr>
          <a:xfrm>
            <a:off x="-3252636" y="-1431087"/>
            <a:ext cx="4867200" cy="48672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22"/>
          <p:cNvCxnSpPr/>
          <p:nvPr/>
        </p:nvCxnSpPr>
        <p:spPr>
          <a:xfrm>
            <a:off x="-3379290" y="-1044819"/>
            <a:ext cx="4690500" cy="46905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22"/>
          <p:cNvCxnSpPr/>
          <p:nvPr/>
        </p:nvCxnSpPr>
        <p:spPr>
          <a:xfrm>
            <a:off x="-3523144" y="-605142"/>
            <a:ext cx="4347600" cy="43476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22"/>
          <p:cNvCxnSpPr/>
          <p:nvPr/>
        </p:nvCxnSpPr>
        <p:spPr>
          <a:xfrm>
            <a:off x="-3643964" y="-161419"/>
            <a:ext cx="3963600" cy="39855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22"/>
          <p:cNvSpPr txBox="1"/>
          <p:nvPr/>
        </p:nvSpPr>
        <p:spPr>
          <a:xfrm>
            <a:off x="5343984" y="1028700"/>
            <a:ext cx="75999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227C9D"/>
                </a:solidFill>
                <a:latin typeface="Arial"/>
                <a:ea typeface="Arial"/>
                <a:cs typeface="Arial"/>
                <a:sym typeface="Arial"/>
              </a:rPr>
              <a:t>PROJECT TIMELINE</a:t>
            </a:r>
            <a:endParaRPr/>
          </a:p>
        </p:txBody>
      </p:sp>
      <p:sp>
        <p:nvSpPr>
          <p:cNvPr id="469" name="Google Shape;469;p22"/>
          <p:cNvSpPr txBox="1"/>
          <p:nvPr/>
        </p:nvSpPr>
        <p:spPr>
          <a:xfrm>
            <a:off x="458900" y="7025600"/>
            <a:ext cx="41424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Requirements Gathering</a:t>
            </a:r>
            <a:endParaRPr sz="3000"/>
          </a:p>
        </p:txBody>
      </p:sp>
      <p:sp>
        <p:nvSpPr>
          <p:cNvPr id="470" name="Google Shape;470;p22"/>
          <p:cNvSpPr txBox="1"/>
          <p:nvPr/>
        </p:nvSpPr>
        <p:spPr>
          <a:xfrm>
            <a:off x="1817900" y="5889664"/>
            <a:ext cx="1424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May</a:t>
            </a:r>
            <a:endParaRPr/>
          </a:p>
        </p:txBody>
      </p:sp>
      <p:sp>
        <p:nvSpPr>
          <p:cNvPr id="471" name="Google Shape;471;p22"/>
          <p:cNvSpPr txBox="1"/>
          <p:nvPr/>
        </p:nvSpPr>
        <p:spPr>
          <a:xfrm>
            <a:off x="4367623" y="4927136"/>
            <a:ext cx="1424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May</a:t>
            </a:r>
            <a:endParaRPr/>
          </a:p>
        </p:txBody>
      </p:sp>
      <p:sp>
        <p:nvSpPr>
          <p:cNvPr id="472" name="Google Shape;472;p22"/>
          <p:cNvSpPr txBox="1"/>
          <p:nvPr/>
        </p:nvSpPr>
        <p:spPr>
          <a:xfrm>
            <a:off x="6886962" y="5903985"/>
            <a:ext cx="1424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June</a:t>
            </a:r>
            <a:endParaRPr/>
          </a:p>
        </p:txBody>
      </p:sp>
      <p:sp>
        <p:nvSpPr>
          <p:cNvPr id="473" name="Google Shape;473;p22"/>
          <p:cNvSpPr txBox="1"/>
          <p:nvPr/>
        </p:nvSpPr>
        <p:spPr>
          <a:xfrm>
            <a:off x="9453173" y="4912816"/>
            <a:ext cx="1424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June</a:t>
            </a:r>
            <a:endParaRPr/>
          </a:p>
        </p:txBody>
      </p:sp>
      <p:sp>
        <p:nvSpPr>
          <p:cNvPr id="474" name="Google Shape;474;p22"/>
          <p:cNvSpPr txBox="1"/>
          <p:nvPr/>
        </p:nvSpPr>
        <p:spPr>
          <a:xfrm>
            <a:off x="11974898" y="5889664"/>
            <a:ext cx="1424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July</a:t>
            </a:r>
            <a:endParaRPr/>
          </a:p>
        </p:txBody>
      </p:sp>
      <p:sp>
        <p:nvSpPr>
          <p:cNvPr id="475" name="Google Shape;475;p22"/>
          <p:cNvSpPr txBox="1"/>
          <p:nvPr/>
        </p:nvSpPr>
        <p:spPr>
          <a:xfrm>
            <a:off x="14540395" y="4927136"/>
            <a:ext cx="1424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July</a:t>
            </a:r>
            <a:endParaRPr/>
          </a:p>
        </p:txBody>
      </p:sp>
      <p:sp>
        <p:nvSpPr>
          <p:cNvPr id="476" name="Google Shape;476;p22"/>
          <p:cNvSpPr/>
          <p:nvPr/>
        </p:nvSpPr>
        <p:spPr>
          <a:xfrm>
            <a:off x="17204191" y="7037791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7" name="Google Shape;477;p22"/>
          <p:cNvSpPr/>
          <p:nvPr/>
        </p:nvSpPr>
        <p:spPr>
          <a:xfrm>
            <a:off x="17204191" y="81216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 rot="-5400000">
            <a:off x="17204191" y="92054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9" name="Google Shape;479;p22"/>
          <p:cNvSpPr/>
          <p:nvPr/>
        </p:nvSpPr>
        <p:spPr>
          <a:xfrm>
            <a:off x="16120382" y="5953982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0" name="Google Shape;480;p22"/>
          <p:cNvSpPr/>
          <p:nvPr/>
        </p:nvSpPr>
        <p:spPr>
          <a:xfrm>
            <a:off x="16120382" y="7037791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1" name="Google Shape;481;p22"/>
          <p:cNvSpPr/>
          <p:nvPr/>
        </p:nvSpPr>
        <p:spPr>
          <a:xfrm rot="5400000">
            <a:off x="15036573" y="81216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2" name="Google Shape;482;p22"/>
          <p:cNvSpPr/>
          <p:nvPr/>
        </p:nvSpPr>
        <p:spPr>
          <a:xfrm rot="10800000">
            <a:off x="16120382" y="92054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3" name="Google Shape;483;p22"/>
          <p:cNvSpPr/>
          <p:nvPr/>
        </p:nvSpPr>
        <p:spPr>
          <a:xfrm>
            <a:off x="15036573" y="92054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4" name="Google Shape;484;p22"/>
          <p:cNvSpPr txBox="1"/>
          <p:nvPr/>
        </p:nvSpPr>
        <p:spPr>
          <a:xfrm>
            <a:off x="3196875" y="3604813"/>
            <a:ext cx="414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System Design</a:t>
            </a:r>
            <a:endParaRPr sz="3000"/>
          </a:p>
        </p:txBody>
      </p:sp>
      <p:sp>
        <p:nvSpPr>
          <p:cNvPr id="485" name="Google Shape;485;p22"/>
          <p:cNvSpPr txBox="1"/>
          <p:nvPr/>
        </p:nvSpPr>
        <p:spPr>
          <a:xfrm>
            <a:off x="5635275" y="7186213"/>
            <a:ext cx="41424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Frontend Development</a:t>
            </a:r>
            <a:endParaRPr sz="3000"/>
          </a:p>
        </p:txBody>
      </p:sp>
      <p:sp>
        <p:nvSpPr>
          <p:cNvPr id="486" name="Google Shape;486;p22"/>
          <p:cNvSpPr txBox="1"/>
          <p:nvPr/>
        </p:nvSpPr>
        <p:spPr>
          <a:xfrm>
            <a:off x="8094175" y="3341513"/>
            <a:ext cx="41424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Back</a:t>
            </a:r>
            <a:r>
              <a:rPr b="1"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end Development</a:t>
            </a:r>
            <a:endParaRPr sz="3000"/>
          </a:p>
        </p:txBody>
      </p:sp>
      <p:sp>
        <p:nvSpPr>
          <p:cNvPr id="487" name="Google Shape;487;p22"/>
          <p:cNvSpPr txBox="1"/>
          <p:nvPr/>
        </p:nvSpPr>
        <p:spPr>
          <a:xfrm>
            <a:off x="10615900" y="7025588"/>
            <a:ext cx="414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Integration &amp; Testing</a:t>
            </a:r>
            <a:endParaRPr sz="3000"/>
          </a:p>
        </p:txBody>
      </p:sp>
      <p:sp>
        <p:nvSpPr>
          <p:cNvPr id="488" name="Google Shape;488;p22"/>
          <p:cNvSpPr txBox="1"/>
          <p:nvPr/>
        </p:nvSpPr>
        <p:spPr>
          <a:xfrm>
            <a:off x="12991475" y="3607013"/>
            <a:ext cx="414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Deployment</a:t>
            </a:r>
            <a:endParaRPr sz="3000"/>
          </a:p>
        </p:txBody>
      </p:sp>
      <p:sp>
        <p:nvSpPr>
          <p:cNvPr id="489" name="Google Shape;489;p22"/>
          <p:cNvSpPr txBox="1"/>
          <p:nvPr/>
        </p:nvSpPr>
        <p:spPr>
          <a:xfrm>
            <a:off x="16280700" y="9051625"/>
            <a:ext cx="7281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2"/>
          <p:cNvSpPr txBox="1"/>
          <p:nvPr/>
        </p:nvSpPr>
        <p:spPr>
          <a:xfrm>
            <a:off x="1040700" y="9051625"/>
            <a:ext cx="22050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May 2024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 rot="2700000">
            <a:off x="-3166744" y="-4341532"/>
            <a:ext cx="7415443" cy="3566801"/>
            <a:chOff x="0" y="0"/>
            <a:chExt cx="660400" cy="317650"/>
          </a:xfrm>
        </p:grpSpPr>
        <p:sp>
          <p:nvSpPr>
            <p:cNvPr id="496" name="Google Shape;496;p23"/>
            <p:cNvSpPr/>
            <p:nvPr/>
          </p:nvSpPr>
          <p:spPr>
            <a:xfrm>
              <a:off x="0" y="0"/>
              <a:ext cx="660400" cy="317500"/>
            </a:xfrm>
            <a:custGeom>
              <a:rect b="b" l="l" r="r" t="t"/>
              <a:pathLst>
                <a:path extrusionOk="0"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8CA9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3"/>
            <p:cNvSpPr txBox="1"/>
            <p:nvPr/>
          </p:nvSpPr>
          <p:spPr>
            <a:xfrm>
              <a:off x="0" y="146050"/>
              <a:ext cx="660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1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98" name="Google Shape;498;p23"/>
          <p:cNvCxnSpPr/>
          <p:nvPr/>
        </p:nvCxnSpPr>
        <p:spPr>
          <a:xfrm>
            <a:off x="-3628748" y="-3521748"/>
            <a:ext cx="5185200" cy="51327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23"/>
          <p:cNvCxnSpPr/>
          <p:nvPr/>
        </p:nvCxnSpPr>
        <p:spPr>
          <a:xfrm>
            <a:off x="-3842695" y="-3209072"/>
            <a:ext cx="5038800" cy="50388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23"/>
          <p:cNvCxnSpPr/>
          <p:nvPr/>
        </p:nvCxnSpPr>
        <p:spPr>
          <a:xfrm>
            <a:off x="-4022296" y="-2850601"/>
            <a:ext cx="4867200" cy="48672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23"/>
          <p:cNvCxnSpPr/>
          <p:nvPr/>
        </p:nvCxnSpPr>
        <p:spPr>
          <a:xfrm>
            <a:off x="-4148951" y="-2464334"/>
            <a:ext cx="4690500" cy="46905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23"/>
          <p:cNvCxnSpPr/>
          <p:nvPr/>
        </p:nvCxnSpPr>
        <p:spPr>
          <a:xfrm>
            <a:off x="-4292805" y="-2024657"/>
            <a:ext cx="4347600" cy="4347600"/>
          </a:xfrm>
          <a:prstGeom prst="straightConnector1">
            <a:avLst/>
          </a:prstGeom>
          <a:noFill/>
          <a:ln cap="flat" cmpd="sng" w="28575">
            <a:solidFill>
              <a:srgbClr val="8CA9A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p23"/>
          <p:cNvSpPr/>
          <p:nvPr/>
        </p:nvSpPr>
        <p:spPr>
          <a:xfrm rot="10800000">
            <a:off x="16192287" y="7062107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4" name="Google Shape;504;p23"/>
          <p:cNvSpPr/>
          <p:nvPr/>
        </p:nvSpPr>
        <p:spPr>
          <a:xfrm>
            <a:off x="17266571" y="7090682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5" name="Google Shape;505;p23"/>
          <p:cNvSpPr/>
          <p:nvPr/>
        </p:nvSpPr>
        <p:spPr>
          <a:xfrm>
            <a:off x="16182762" y="8174491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6" name="Google Shape;506;p23"/>
          <p:cNvSpPr/>
          <p:nvPr/>
        </p:nvSpPr>
        <p:spPr>
          <a:xfrm rot="10800000">
            <a:off x="16182762" y="92583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7" name="Google Shape;507;p23"/>
          <p:cNvSpPr/>
          <p:nvPr/>
        </p:nvSpPr>
        <p:spPr>
          <a:xfrm rot="-5400000">
            <a:off x="17266571" y="92583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8" name="Google Shape;508;p23"/>
          <p:cNvSpPr txBox="1"/>
          <p:nvPr/>
        </p:nvSpPr>
        <p:spPr>
          <a:xfrm>
            <a:off x="1485125" y="1570050"/>
            <a:ext cx="78906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227C9D"/>
                </a:solidFill>
              </a:rPr>
              <a:t>LANGUAGES &amp; TOOLS</a:t>
            </a:r>
            <a:endParaRPr/>
          </a:p>
        </p:txBody>
      </p:sp>
      <p:sp>
        <p:nvSpPr>
          <p:cNvPr id="509" name="Google Shape;509;p23"/>
          <p:cNvSpPr txBox="1"/>
          <p:nvPr/>
        </p:nvSpPr>
        <p:spPr>
          <a:xfrm>
            <a:off x="16280700" y="9051625"/>
            <a:ext cx="7281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3"/>
          <p:cNvSpPr txBox="1"/>
          <p:nvPr/>
        </p:nvSpPr>
        <p:spPr>
          <a:xfrm>
            <a:off x="1040700" y="9051625"/>
            <a:ext cx="22050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May 2024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/>
          <p:cNvSpPr txBox="1"/>
          <p:nvPr/>
        </p:nvSpPr>
        <p:spPr>
          <a:xfrm>
            <a:off x="1507825" y="2776075"/>
            <a:ext cx="4867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" name="Google Shape;51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56450" y="3669375"/>
            <a:ext cx="1226460" cy="122646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3"/>
          <p:cNvSpPr txBox="1"/>
          <p:nvPr/>
        </p:nvSpPr>
        <p:spPr>
          <a:xfrm>
            <a:off x="1507825" y="6128875"/>
            <a:ext cx="4867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4" name="Google Shape;514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71421" y="6998825"/>
            <a:ext cx="1803300" cy="913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12299" y="3632751"/>
            <a:ext cx="1226450" cy="1226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72475" y="3734325"/>
            <a:ext cx="935322" cy="108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23"/>
          <p:cNvSpPr txBox="1"/>
          <p:nvPr/>
        </p:nvSpPr>
        <p:spPr>
          <a:xfrm>
            <a:off x="1349675" y="5030775"/>
            <a:ext cx="18033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3"/>
          <p:cNvSpPr txBox="1"/>
          <p:nvPr/>
        </p:nvSpPr>
        <p:spPr>
          <a:xfrm>
            <a:off x="2645075" y="5030775"/>
            <a:ext cx="18033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3"/>
          <p:cNvSpPr txBox="1"/>
          <p:nvPr/>
        </p:nvSpPr>
        <p:spPr>
          <a:xfrm>
            <a:off x="4169075" y="5030775"/>
            <a:ext cx="18033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3"/>
          <p:cNvSpPr txBox="1"/>
          <p:nvPr/>
        </p:nvSpPr>
        <p:spPr>
          <a:xfrm>
            <a:off x="1578275" y="7926375"/>
            <a:ext cx="18033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3"/>
          <p:cNvSpPr txBox="1"/>
          <p:nvPr/>
        </p:nvSpPr>
        <p:spPr>
          <a:xfrm>
            <a:off x="4174825" y="6128875"/>
            <a:ext cx="4867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3"/>
          <p:cNvSpPr txBox="1"/>
          <p:nvPr/>
        </p:nvSpPr>
        <p:spPr>
          <a:xfrm>
            <a:off x="4397675" y="8002575"/>
            <a:ext cx="18033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3" name="Google Shape;523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87813" y="3849463"/>
            <a:ext cx="1423427" cy="8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26275" y="6884100"/>
            <a:ext cx="1226450" cy="122645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3"/>
          <p:cNvSpPr txBox="1"/>
          <p:nvPr/>
        </p:nvSpPr>
        <p:spPr>
          <a:xfrm>
            <a:off x="5845475" y="5030775"/>
            <a:ext cx="24981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Tailwind CSS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6" name="Google Shape;526;p2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111275" y="3711600"/>
            <a:ext cx="1803300" cy="1770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2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3502050" y="3695311"/>
            <a:ext cx="1803300" cy="1803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3"/>
          <p:cNvSpPr txBox="1"/>
          <p:nvPr/>
        </p:nvSpPr>
        <p:spPr>
          <a:xfrm>
            <a:off x="11337625" y="2776075"/>
            <a:ext cx="4867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Tools: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3"/>
          <p:cNvSpPr txBox="1"/>
          <p:nvPr/>
        </p:nvSpPr>
        <p:spPr>
          <a:xfrm>
            <a:off x="11071450" y="5748925"/>
            <a:ext cx="21258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 Code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3"/>
          <p:cNvSpPr txBox="1"/>
          <p:nvPr/>
        </p:nvSpPr>
        <p:spPr>
          <a:xfrm>
            <a:off x="13357450" y="5748925"/>
            <a:ext cx="21258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4"/>
          <p:cNvSpPr/>
          <p:nvPr/>
        </p:nvSpPr>
        <p:spPr>
          <a:xfrm>
            <a:off x="17204191" y="-551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6" name="Google Shape;536;p24"/>
          <p:cNvSpPr/>
          <p:nvPr/>
        </p:nvSpPr>
        <p:spPr>
          <a:xfrm>
            <a:off x="17204191" y="10287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7" name="Google Shape;537;p24"/>
          <p:cNvSpPr/>
          <p:nvPr/>
        </p:nvSpPr>
        <p:spPr>
          <a:xfrm rot="-5400000">
            <a:off x="17204191" y="21125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8" name="Google Shape;538;p24"/>
          <p:cNvSpPr/>
          <p:nvPr/>
        </p:nvSpPr>
        <p:spPr>
          <a:xfrm>
            <a:off x="16120382" y="-551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9" name="Google Shape;539;p24"/>
          <p:cNvSpPr/>
          <p:nvPr/>
        </p:nvSpPr>
        <p:spPr>
          <a:xfrm rot="5400000">
            <a:off x="15036573" y="10287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0" name="Google Shape;540;p24"/>
          <p:cNvSpPr/>
          <p:nvPr/>
        </p:nvSpPr>
        <p:spPr>
          <a:xfrm rot="10800000">
            <a:off x="16120382" y="21125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1" name="Google Shape;541;p24"/>
          <p:cNvSpPr/>
          <p:nvPr/>
        </p:nvSpPr>
        <p:spPr>
          <a:xfrm>
            <a:off x="15036573" y="21125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2" name="Google Shape;542;p24"/>
          <p:cNvSpPr/>
          <p:nvPr/>
        </p:nvSpPr>
        <p:spPr>
          <a:xfrm rot="-5400000">
            <a:off x="12770705" y="-551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3" name="Google Shape;543;p24"/>
          <p:cNvSpPr/>
          <p:nvPr/>
        </p:nvSpPr>
        <p:spPr>
          <a:xfrm>
            <a:off x="12770705" y="10287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4" name="Google Shape;544;p24"/>
          <p:cNvSpPr/>
          <p:nvPr/>
        </p:nvSpPr>
        <p:spPr>
          <a:xfrm rot="10800000">
            <a:off x="9525" y="7044155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5" name="Google Shape;545;p24"/>
          <p:cNvSpPr/>
          <p:nvPr/>
        </p:nvSpPr>
        <p:spPr>
          <a:xfrm>
            <a:off x="1083809" y="707273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6" name="Google Shape;546;p24"/>
          <p:cNvSpPr/>
          <p:nvPr/>
        </p:nvSpPr>
        <p:spPr>
          <a:xfrm>
            <a:off x="0" y="815653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7" name="Google Shape;547;p24"/>
          <p:cNvSpPr/>
          <p:nvPr/>
        </p:nvSpPr>
        <p:spPr>
          <a:xfrm rot="10800000">
            <a:off x="0" y="9240348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8" name="Google Shape;548;p24"/>
          <p:cNvSpPr/>
          <p:nvPr/>
        </p:nvSpPr>
        <p:spPr>
          <a:xfrm rot="-5400000">
            <a:off x="1083809" y="9240348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9" name="Google Shape;549;p24"/>
          <p:cNvSpPr/>
          <p:nvPr/>
        </p:nvSpPr>
        <p:spPr>
          <a:xfrm rot="10800000">
            <a:off x="3321750" y="9268923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0" name="Google Shape;550;p24"/>
          <p:cNvSpPr/>
          <p:nvPr/>
        </p:nvSpPr>
        <p:spPr>
          <a:xfrm>
            <a:off x="3321750" y="8185114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1" name="Google Shape;551;p24"/>
          <p:cNvSpPr/>
          <p:nvPr/>
        </p:nvSpPr>
        <p:spPr>
          <a:xfrm rot="5400000">
            <a:off x="4405559" y="9268923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52" name="Google Shape;552;p24"/>
          <p:cNvGrpSpPr/>
          <p:nvPr/>
        </p:nvGrpSpPr>
        <p:grpSpPr>
          <a:xfrm>
            <a:off x="13133734" y="5475036"/>
            <a:ext cx="8837380" cy="8845601"/>
            <a:chOff x="13508" y="0"/>
            <a:chExt cx="11783172" cy="11794135"/>
          </a:xfrm>
        </p:grpSpPr>
        <p:grpSp>
          <p:nvGrpSpPr>
            <p:cNvPr id="553" name="Google Shape;553;p24"/>
            <p:cNvGrpSpPr/>
            <p:nvPr/>
          </p:nvGrpSpPr>
          <p:grpSpPr>
            <a:xfrm rot="2700000">
              <a:off x="1676828" y="2799524"/>
              <a:ext cx="9887197" cy="4753460"/>
              <a:chOff x="0" y="0"/>
              <a:chExt cx="660400" cy="317500"/>
            </a:xfrm>
          </p:grpSpPr>
          <p:sp>
            <p:nvSpPr>
              <p:cNvPr id="554" name="Google Shape;554;p24"/>
              <p:cNvSpPr/>
              <p:nvPr/>
            </p:nvSpPr>
            <p:spPr>
              <a:xfrm>
                <a:off x="0" y="0"/>
                <a:ext cx="660400" cy="317500"/>
              </a:xfrm>
              <a:custGeom>
                <a:rect b="b" l="l" r="r" t="t"/>
                <a:pathLst>
                  <a:path extrusionOk="0" h="3175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8CA9A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24"/>
              <p:cNvSpPr txBox="1"/>
              <p:nvPr/>
            </p:nvSpPr>
            <p:spPr>
              <a:xfrm>
                <a:off x="0" y="146050"/>
                <a:ext cx="660400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1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56" name="Google Shape;556;p24"/>
            <p:cNvCxnSpPr/>
            <p:nvPr/>
          </p:nvCxnSpPr>
          <p:spPr>
            <a:xfrm>
              <a:off x="1060010" y="3892256"/>
              <a:ext cx="6913622" cy="6843603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7" name="Google Shape;557;p24"/>
            <p:cNvCxnSpPr/>
            <p:nvPr/>
          </p:nvCxnSpPr>
          <p:spPr>
            <a:xfrm>
              <a:off x="774748" y="4309159"/>
              <a:ext cx="6718471" cy="6718471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8" name="Google Shape;558;p24"/>
            <p:cNvCxnSpPr/>
            <p:nvPr/>
          </p:nvCxnSpPr>
          <p:spPr>
            <a:xfrm>
              <a:off x="535279" y="4787119"/>
              <a:ext cx="6489522" cy="6489522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9" name="Google Shape;559;p24"/>
            <p:cNvCxnSpPr/>
            <p:nvPr/>
          </p:nvCxnSpPr>
          <p:spPr>
            <a:xfrm>
              <a:off x="366406" y="5302142"/>
              <a:ext cx="6254021" cy="6254021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0" name="Google Shape;560;p24"/>
            <p:cNvCxnSpPr/>
            <p:nvPr/>
          </p:nvCxnSpPr>
          <p:spPr>
            <a:xfrm>
              <a:off x="174601" y="5888378"/>
              <a:ext cx="5796899" cy="5796899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1" name="Google Shape;561;p24"/>
            <p:cNvCxnSpPr/>
            <p:nvPr/>
          </p:nvCxnSpPr>
          <p:spPr>
            <a:xfrm>
              <a:off x="13508" y="6480010"/>
              <a:ext cx="5284799" cy="5314125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2" name="Google Shape;562;p24"/>
            <p:cNvCxnSpPr/>
            <p:nvPr/>
          </p:nvCxnSpPr>
          <p:spPr>
            <a:xfrm>
              <a:off x="47865" y="7228854"/>
              <a:ext cx="4503313" cy="4480077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3" name="Google Shape;563;p24"/>
            <p:cNvCxnSpPr/>
            <p:nvPr/>
          </p:nvCxnSpPr>
          <p:spPr>
            <a:xfrm>
              <a:off x="165620" y="8131631"/>
              <a:ext cx="3504797" cy="3562626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4" name="Google Shape;564;p24"/>
            <p:cNvCxnSpPr/>
            <p:nvPr/>
          </p:nvCxnSpPr>
          <p:spPr>
            <a:xfrm>
              <a:off x="676661" y="9346264"/>
              <a:ext cx="1790115" cy="1790115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65" name="Google Shape;565;p24"/>
          <p:cNvGrpSpPr/>
          <p:nvPr/>
        </p:nvGrpSpPr>
        <p:grpSpPr>
          <a:xfrm>
            <a:off x="-2623881" y="-5192964"/>
            <a:ext cx="8837380" cy="8845601"/>
            <a:chOff x="13508" y="0"/>
            <a:chExt cx="11783172" cy="11794135"/>
          </a:xfrm>
        </p:grpSpPr>
        <p:grpSp>
          <p:nvGrpSpPr>
            <p:cNvPr id="566" name="Google Shape;566;p24"/>
            <p:cNvGrpSpPr/>
            <p:nvPr/>
          </p:nvGrpSpPr>
          <p:grpSpPr>
            <a:xfrm rot="2700000">
              <a:off x="1676828" y="2799524"/>
              <a:ext cx="9887197" cy="4753460"/>
              <a:chOff x="0" y="0"/>
              <a:chExt cx="660400" cy="317500"/>
            </a:xfrm>
          </p:grpSpPr>
          <p:sp>
            <p:nvSpPr>
              <p:cNvPr id="567" name="Google Shape;567;p24"/>
              <p:cNvSpPr/>
              <p:nvPr/>
            </p:nvSpPr>
            <p:spPr>
              <a:xfrm>
                <a:off x="0" y="0"/>
                <a:ext cx="660400" cy="317500"/>
              </a:xfrm>
              <a:custGeom>
                <a:rect b="b" l="l" r="r" t="t"/>
                <a:pathLst>
                  <a:path extrusionOk="0" h="3175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8CA9A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24"/>
              <p:cNvSpPr txBox="1"/>
              <p:nvPr/>
            </p:nvSpPr>
            <p:spPr>
              <a:xfrm>
                <a:off x="0" y="146050"/>
                <a:ext cx="660400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1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69" name="Google Shape;569;p24"/>
            <p:cNvCxnSpPr/>
            <p:nvPr/>
          </p:nvCxnSpPr>
          <p:spPr>
            <a:xfrm>
              <a:off x="1060010" y="3892256"/>
              <a:ext cx="6913622" cy="6843603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0" name="Google Shape;570;p24"/>
            <p:cNvCxnSpPr/>
            <p:nvPr/>
          </p:nvCxnSpPr>
          <p:spPr>
            <a:xfrm>
              <a:off x="774748" y="4309159"/>
              <a:ext cx="6718471" cy="6718471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1" name="Google Shape;571;p24"/>
            <p:cNvCxnSpPr/>
            <p:nvPr/>
          </p:nvCxnSpPr>
          <p:spPr>
            <a:xfrm>
              <a:off x="535279" y="4787119"/>
              <a:ext cx="6489522" cy="6489522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2" name="Google Shape;572;p24"/>
            <p:cNvCxnSpPr/>
            <p:nvPr/>
          </p:nvCxnSpPr>
          <p:spPr>
            <a:xfrm>
              <a:off x="366406" y="5302142"/>
              <a:ext cx="6254021" cy="6254021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3" name="Google Shape;573;p24"/>
            <p:cNvCxnSpPr/>
            <p:nvPr/>
          </p:nvCxnSpPr>
          <p:spPr>
            <a:xfrm>
              <a:off x="174601" y="5888378"/>
              <a:ext cx="5796899" cy="5796899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4" name="Google Shape;574;p24"/>
            <p:cNvCxnSpPr/>
            <p:nvPr/>
          </p:nvCxnSpPr>
          <p:spPr>
            <a:xfrm>
              <a:off x="13508" y="6480010"/>
              <a:ext cx="5284799" cy="5314125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5" name="Google Shape;575;p24"/>
            <p:cNvCxnSpPr/>
            <p:nvPr/>
          </p:nvCxnSpPr>
          <p:spPr>
            <a:xfrm>
              <a:off x="47865" y="7228854"/>
              <a:ext cx="4503313" cy="4480077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6" name="Google Shape;576;p24"/>
            <p:cNvCxnSpPr/>
            <p:nvPr/>
          </p:nvCxnSpPr>
          <p:spPr>
            <a:xfrm>
              <a:off x="165620" y="8131631"/>
              <a:ext cx="3504797" cy="3562626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7" name="Google Shape;577;p24"/>
            <p:cNvCxnSpPr/>
            <p:nvPr/>
          </p:nvCxnSpPr>
          <p:spPr>
            <a:xfrm>
              <a:off x="676661" y="9346264"/>
              <a:ext cx="1790115" cy="1790115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78" name="Google Shape;578;p24"/>
          <p:cNvSpPr txBox="1"/>
          <p:nvPr/>
        </p:nvSpPr>
        <p:spPr>
          <a:xfrm>
            <a:off x="16280700" y="9051625"/>
            <a:ext cx="7281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4"/>
          <p:cNvSpPr txBox="1"/>
          <p:nvPr/>
        </p:nvSpPr>
        <p:spPr>
          <a:xfrm>
            <a:off x="1040700" y="9051625"/>
            <a:ext cx="22050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May 2024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0" name="Google Shape;580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86350" y="3709975"/>
            <a:ext cx="8343900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 txBox="1"/>
          <p:nvPr/>
        </p:nvSpPr>
        <p:spPr>
          <a:xfrm>
            <a:off x="3833915" y="3960810"/>
            <a:ext cx="10620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99">
                <a:solidFill>
                  <a:srgbClr val="227C9D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586" name="Google Shape;586;p25"/>
          <p:cNvSpPr/>
          <p:nvPr/>
        </p:nvSpPr>
        <p:spPr>
          <a:xfrm>
            <a:off x="17204191" y="-551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7" name="Google Shape;587;p25"/>
          <p:cNvSpPr/>
          <p:nvPr/>
        </p:nvSpPr>
        <p:spPr>
          <a:xfrm>
            <a:off x="17204191" y="10287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8" name="Google Shape;588;p25"/>
          <p:cNvSpPr/>
          <p:nvPr/>
        </p:nvSpPr>
        <p:spPr>
          <a:xfrm rot="-5400000">
            <a:off x="17204191" y="21125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9" name="Google Shape;589;p25"/>
          <p:cNvSpPr/>
          <p:nvPr/>
        </p:nvSpPr>
        <p:spPr>
          <a:xfrm>
            <a:off x="16120382" y="-551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0" name="Google Shape;590;p25"/>
          <p:cNvSpPr/>
          <p:nvPr/>
        </p:nvSpPr>
        <p:spPr>
          <a:xfrm rot="5400000">
            <a:off x="15036573" y="10287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1" name="Google Shape;591;p25"/>
          <p:cNvSpPr/>
          <p:nvPr/>
        </p:nvSpPr>
        <p:spPr>
          <a:xfrm rot="10800000">
            <a:off x="16120382" y="21125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2" name="Google Shape;592;p25"/>
          <p:cNvSpPr/>
          <p:nvPr/>
        </p:nvSpPr>
        <p:spPr>
          <a:xfrm>
            <a:off x="15036573" y="21125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3" name="Google Shape;593;p25"/>
          <p:cNvSpPr/>
          <p:nvPr/>
        </p:nvSpPr>
        <p:spPr>
          <a:xfrm rot="-5400000">
            <a:off x="12770705" y="-5510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4" name="Google Shape;594;p25"/>
          <p:cNvSpPr/>
          <p:nvPr/>
        </p:nvSpPr>
        <p:spPr>
          <a:xfrm>
            <a:off x="12770705" y="102870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5" name="Google Shape;595;p25"/>
          <p:cNvSpPr/>
          <p:nvPr/>
        </p:nvSpPr>
        <p:spPr>
          <a:xfrm rot="10800000">
            <a:off x="9525" y="7044155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6" name="Google Shape;596;p25"/>
          <p:cNvSpPr/>
          <p:nvPr/>
        </p:nvSpPr>
        <p:spPr>
          <a:xfrm>
            <a:off x="1083809" y="7072730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7" name="Google Shape;597;p25"/>
          <p:cNvSpPr/>
          <p:nvPr/>
        </p:nvSpPr>
        <p:spPr>
          <a:xfrm>
            <a:off x="0" y="8156539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8" name="Google Shape;598;p25"/>
          <p:cNvSpPr/>
          <p:nvPr/>
        </p:nvSpPr>
        <p:spPr>
          <a:xfrm rot="10800000">
            <a:off x="0" y="9240348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9" name="Google Shape;599;p25"/>
          <p:cNvSpPr/>
          <p:nvPr/>
        </p:nvSpPr>
        <p:spPr>
          <a:xfrm rot="-5400000">
            <a:off x="1083809" y="9240348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0" name="Google Shape;600;p25"/>
          <p:cNvSpPr/>
          <p:nvPr/>
        </p:nvSpPr>
        <p:spPr>
          <a:xfrm rot="10800000">
            <a:off x="3321750" y="9268923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1" name="Google Shape;601;p25"/>
          <p:cNvSpPr/>
          <p:nvPr/>
        </p:nvSpPr>
        <p:spPr>
          <a:xfrm>
            <a:off x="3321750" y="8185114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2" name="Google Shape;602;p25"/>
          <p:cNvSpPr/>
          <p:nvPr/>
        </p:nvSpPr>
        <p:spPr>
          <a:xfrm rot="5400000">
            <a:off x="4405559" y="9268923"/>
            <a:ext cx="1083809" cy="1083809"/>
          </a:xfrm>
          <a:custGeom>
            <a:rect b="b" l="l" r="r" t="t"/>
            <a:pathLst>
              <a:path extrusionOk="0"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03" name="Google Shape;603;p25"/>
          <p:cNvGrpSpPr/>
          <p:nvPr/>
        </p:nvGrpSpPr>
        <p:grpSpPr>
          <a:xfrm>
            <a:off x="13133734" y="5475036"/>
            <a:ext cx="8837395" cy="8845657"/>
            <a:chOff x="13508" y="0"/>
            <a:chExt cx="11783193" cy="11794210"/>
          </a:xfrm>
        </p:grpSpPr>
        <p:grpSp>
          <p:nvGrpSpPr>
            <p:cNvPr id="604" name="Google Shape;604;p25"/>
            <p:cNvGrpSpPr/>
            <p:nvPr/>
          </p:nvGrpSpPr>
          <p:grpSpPr>
            <a:xfrm rot="2700000">
              <a:off x="1676025" y="2799203"/>
              <a:ext cx="9887226" cy="4755720"/>
              <a:chOff x="0" y="0"/>
              <a:chExt cx="660400" cy="317650"/>
            </a:xfrm>
          </p:grpSpPr>
          <p:sp>
            <p:nvSpPr>
              <p:cNvPr id="605" name="Google Shape;605;p25"/>
              <p:cNvSpPr/>
              <p:nvPr/>
            </p:nvSpPr>
            <p:spPr>
              <a:xfrm>
                <a:off x="0" y="0"/>
                <a:ext cx="660400" cy="317500"/>
              </a:xfrm>
              <a:custGeom>
                <a:rect b="b" l="l" r="r" t="t"/>
                <a:pathLst>
                  <a:path extrusionOk="0" h="3175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8CA9A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5"/>
              <p:cNvSpPr txBox="1"/>
              <p:nvPr/>
            </p:nvSpPr>
            <p:spPr>
              <a:xfrm>
                <a:off x="0" y="146050"/>
                <a:ext cx="6603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1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07" name="Google Shape;607;p25"/>
            <p:cNvCxnSpPr/>
            <p:nvPr/>
          </p:nvCxnSpPr>
          <p:spPr>
            <a:xfrm>
              <a:off x="1060010" y="3892256"/>
              <a:ext cx="6913500" cy="68436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8" name="Google Shape;608;p25"/>
            <p:cNvCxnSpPr/>
            <p:nvPr/>
          </p:nvCxnSpPr>
          <p:spPr>
            <a:xfrm>
              <a:off x="774748" y="4309159"/>
              <a:ext cx="6718500" cy="67185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9" name="Google Shape;609;p25"/>
            <p:cNvCxnSpPr/>
            <p:nvPr/>
          </p:nvCxnSpPr>
          <p:spPr>
            <a:xfrm>
              <a:off x="535279" y="4787119"/>
              <a:ext cx="6489600" cy="64896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0" name="Google Shape;610;p25"/>
            <p:cNvCxnSpPr/>
            <p:nvPr/>
          </p:nvCxnSpPr>
          <p:spPr>
            <a:xfrm>
              <a:off x="366406" y="5302142"/>
              <a:ext cx="6254100" cy="62541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1" name="Google Shape;611;p25"/>
            <p:cNvCxnSpPr/>
            <p:nvPr/>
          </p:nvCxnSpPr>
          <p:spPr>
            <a:xfrm>
              <a:off x="174601" y="5888378"/>
              <a:ext cx="5796900" cy="57969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2" name="Google Shape;612;p25"/>
            <p:cNvCxnSpPr/>
            <p:nvPr/>
          </p:nvCxnSpPr>
          <p:spPr>
            <a:xfrm>
              <a:off x="13508" y="6480010"/>
              <a:ext cx="5284800" cy="53142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3" name="Google Shape;613;p25"/>
            <p:cNvCxnSpPr/>
            <p:nvPr/>
          </p:nvCxnSpPr>
          <p:spPr>
            <a:xfrm>
              <a:off x="47865" y="7228854"/>
              <a:ext cx="4503300" cy="44802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4" name="Google Shape;614;p25"/>
            <p:cNvCxnSpPr/>
            <p:nvPr/>
          </p:nvCxnSpPr>
          <p:spPr>
            <a:xfrm>
              <a:off x="165620" y="8131631"/>
              <a:ext cx="3504900" cy="35625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5" name="Google Shape;615;p25"/>
            <p:cNvCxnSpPr/>
            <p:nvPr/>
          </p:nvCxnSpPr>
          <p:spPr>
            <a:xfrm>
              <a:off x="676661" y="9346264"/>
              <a:ext cx="1790100" cy="17901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16" name="Google Shape;616;p25"/>
          <p:cNvGrpSpPr/>
          <p:nvPr/>
        </p:nvGrpSpPr>
        <p:grpSpPr>
          <a:xfrm>
            <a:off x="-2623881" y="-5192964"/>
            <a:ext cx="8837395" cy="8845657"/>
            <a:chOff x="13508" y="0"/>
            <a:chExt cx="11783193" cy="11794210"/>
          </a:xfrm>
        </p:grpSpPr>
        <p:grpSp>
          <p:nvGrpSpPr>
            <p:cNvPr id="617" name="Google Shape;617;p25"/>
            <p:cNvGrpSpPr/>
            <p:nvPr/>
          </p:nvGrpSpPr>
          <p:grpSpPr>
            <a:xfrm rot="2700000">
              <a:off x="1676025" y="2799203"/>
              <a:ext cx="9887226" cy="4755720"/>
              <a:chOff x="0" y="0"/>
              <a:chExt cx="660400" cy="317650"/>
            </a:xfrm>
          </p:grpSpPr>
          <p:sp>
            <p:nvSpPr>
              <p:cNvPr id="618" name="Google Shape;618;p25"/>
              <p:cNvSpPr/>
              <p:nvPr/>
            </p:nvSpPr>
            <p:spPr>
              <a:xfrm>
                <a:off x="0" y="0"/>
                <a:ext cx="660400" cy="317500"/>
              </a:xfrm>
              <a:custGeom>
                <a:rect b="b" l="l" r="r" t="t"/>
                <a:pathLst>
                  <a:path extrusionOk="0" h="3175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8CA9A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25"/>
              <p:cNvSpPr txBox="1"/>
              <p:nvPr/>
            </p:nvSpPr>
            <p:spPr>
              <a:xfrm>
                <a:off x="0" y="146050"/>
                <a:ext cx="6603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1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20" name="Google Shape;620;p25"/>
            <p:cNvCxnSpPr/>
            <p:nvPr/>
          </p:nvCxnSpPr>
          <p:spPr>
            <a:xfrm>
              <a:off x="1060010" y="3892256"/>
              <a:ext cx="6913500" cy="68436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1" name="Google Shape;621;p25"/>
            <p:cNvCxnSpPr/>
            <p:nvPr/>
          </p:nvCxnSpPr>
          <p:spPr>
            <a:xfrm>
              <a:off x="774748" y="4309159"/>
              <a:ext cx="6718500" cy="67185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2" name="Google Shape;622;p25"/>
            <p:cNvCxnSpPr/>
            <p:nvPr/>
          </p:nvCxnSpPr>
          <p:spPr>
            <a:xfrm>
              <a:off x="535279" y="4787119"/>
              <a:ext cx="6489600" cy="64896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3" name="Google Shape;623;p25"/>
            <p:cNvCxnSpPr/>
            <p:nvPr/>
          </p:nvCxnSpPr>
          <p:spPr>
            <a:xfrm>
              <a:off x="366406" y="5302142"/>
              <a:ext cx="6254100" cy="62541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4" name="Google Shape;624;p25"/>
            <p:cNvCxnSpPr/>
            <p:nvPr/>
          </p:nvCxnSpPr>
          <p:spPr>
            <a:xfrm>
              <a:off x="174601" y="5888378"/>
              <a:ext cx="5796900" cy="57969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5" name="Google Shape;625;p25"/>
            <p:cNvCxnSpPr/>
            <p:nvPr/>
          </p:nvCxnSpPr>
          <p:spPr>
            <a:xfrm>
              <a:off x="13508" y="6480010"/>
              <a:ext cx="5284800" cy="53142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6" name="Google Shape;626;p25"/>
            <p:cNvCxnSpPr/>
            <p:nvPr/>
          </p:nvCxnSpPr>
          <p:spPr>
            <a:xfrm>
              <a:off x="47865" y="7228854"/>
              <a:ext cx="4503300" cy="44802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7" name="Google Shape;627;p25"/>
            <p:cNvCxnSpPr/>
            <p:nvPr/>
          </p:nvCxnSpPr>
          <p:spPr>
            <a:xfrm>
              <a:off x="165620" y="8131631"/>
              <a:ext cx="3504900" cy="35625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8" name="Google Shape;628;p25"/>
            <p:cNvCxnSpPr/>
            <p:nvPr/>
          </p:nvCxnSpPr>
          <p:spPr>
            <a:xfrm>
              <a:off x="676661" y="9346264"/>
              <a:ext cx="1790100" cy="1790100"/>
            </a:xfrm>
            <a:prstGeom prst="straightConnector1">
              <a:avLst/>
            </a:prstGeom>
            <a:noFill/>
            <a:ln cap="flat" cmpd="sng" w="38100">
              <a:solidFill>
                <a:srgbClr val="8CA9A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29" name="Google Shape;629;p25"/>
          <p:cNvSpPr txBox="1"/>
          <p:nvPr/>
        </p:nvSpPr>
        <p:spPr>
          <a:xfrm>
            <a:off x="16280700" y="9051625"/>
            <a:ext cx="7281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5"/>
          <p:cNvSpPr txBox="1"/>
          <p:nvPr/>
        </p:nvSpPr>
        <p:spPr>
          <a:xfrm>
            <a:off x="1040700" y="9051625"/>
            <a:ext cx="22050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May 2024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